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4"/>
    <p:sldMasterId id="2147483728" r:id="rId5"/>
  </p:sldMasterIdLst>
  <p:notesMasterIdLst>
    <p:notesMasterId r:id="rId24"/>
  </p:notesMasterIdLst>
  <p:sldIdLst>
    <p:sldId id="365" r:id="rId6"/>
    <p:sldId id="366" r:id="rId7"/>
    <p:sldId id="397" r:id="rId8"/>
    <p:sldId id="2147473899" r:id="rId9"/>
    <p:sldId id="2147473673" r:id="rId10"/>
    <p:sldId id="2147473674" r:id="rId11"/>
    <p:sldId id="2147473797" r:id="rId12"/>
    <p:sldId id="2147473898" r:id="rId13"/>
    <p:sldId id="391" r:id="rId14"/>
    <p:sldId id="390" r:id="rId15"/>
    <p:sldId id="389" r:id="rId16"/>
    <p:sldId id="381" r:id="rId17"/>
    <p:sldId id="384" r:id="rId18"/>
    <p:sldId id="370" r:id="rId19"/>
    <p:sldId id="386" r:id="rId20"/>
    <p:sldId id="387" r:id="rId21"/>
    <p:sldId id="367" r:id="rId22"/>
    <p:sldId id="333" r:id="rId23"/>
  </p:sldIdLst>
  <p:sldSz cx="12188825" cy="6858000"/>
  <p:notesSz cx="6858000" cy="9144000"/>
  <p:defaultTextStyle>
    <a:defPPr>
      <a:defRPr lang="en-US"/>
    </a:defPPr>
    <a:lvl1pPr algn="l" rtl="0" fontAlgn="base">
      <a:spcBef>
        <a:spcPct val="0"/>
      </a:spcBef>
      <a:spcAft>
        <a:spcPct val="0"/>
      </a:spcAft>
      <a:defRPr b="1" kern="1200">
        <a:solidFill>
          <a:schemeClr val="tx1"/>
        </a:solidFill>
        <a:latin typeface="Verdana" pitchFamily="34" charset="0"/>
        <a:ea typeface="+mn-ea"/>
        <a:cs typeface="+mn-cs"/>
      </a:defRPr>
    </a:lvl1pPr>
    <a:lvl2pPr marL="457200" algn="l" rtl="0" fontAlgn="base">
      <a:spcBef>
        <a:spcPct val="0"/>
      </a:spcBef>
      <a:spcAft>
        <a:spcPct val="0"/>
      </a:spcAft>
      <a:defRPr b="1" kern="1200">
        <a:solidFill>
          <a:schemeClr val="tx1"/>
        </a:solidFill>
        <a:latin typeface="Verdana" pitchFamily="34" charset="0"/>
        <a:ea typeface="+mn-ea"/>
        <a:cs typeface="+mn-cs"/>
      </a:defRPr>
    </a:lvl2pPr>
    <a:lvl3pPr marL="914400" algn="l" rtl="0" fontAlgn="base">
      <a:spcBef>
        <a:spcPct val="0"/>
      </a:spcBef>
      <a:spcAft>
        <a:spcPct val="0"/>
      </a:spcAft>
      <a:defRPr b="1" kern="1200">
        <a:solidFill>
          <a:schemeClr val="tx1"/>
        </a:solidFill>
        <a:latin typeface="Verdana" pitchFamily="34" charset="0"/>
        <a:ea typeface="+mn-ea"/>
        <a:cs typeface="+mn-cs"/>
      </a:defRPr>
    </a:lvl3pPr>
    <a:lvl4pPr marL="1371600" algn="l" rtl="0" fontAlgn="base">
      <a:spcBef>
        <a:spcPct val="0"/>
      </a:spcBef>
      <a:spcAft>
        <a:spcPct val="0"/>
      </a:spcAft>
      <a:defRPr b="1" kern="1200">
        <a:solidFill>
          <a:schemeClr val="tx1"/>
        </a:solidFill>
        <a:latin typeface="Verdana" pitchFamily="34" charset="0"/>
        <a:ea typeface="+mn-ea"/>
        <a:cs typeface="+mn-cs"/>
      </a:defRPr>
    </a:lvl4pPr>
    <a:lvl5pPr marL="1828800" algn="l" rtl="0" fontAlgn="base">
      <a:spcBef>
        <a:spcPct val="0"/>
      </a:spcBef>
      <a:spcAft>
        <a:spcPct val="0"/>
      </a:spcAft>
      <a:defRPr b="1" kern="1200">
        <a:solidFill>
          <a:schemeClr val="tx1"/>
        </a:solidFill>
        <a:latin typeface="Verdana" pitchFamily="34" charset="0"/>
        <a:ea typeface="+mn-ea"/>
        <a:cs typeface="+mn-cs"/>
      </a:defRPr>
    </a:lvl5pPr>
    <a:lvl6pPr marL="2286000" algn="l" defTabSz="914400" rtl="0" eaLnBrk="1" latinLnBrk="0" hangingPunct="1">
      <a:defRPr b="1" kern="1200">
        <a:solidFill>
          <a:schemeClr val="tx1"/>
        </a:solidFill>
        <a:latin typeface="Verdana" pitchFamily="34" charset="0"/>
        <a:ea typeface="+mn-ea"/>
        <a:cs typeface="+mn-cs"/>
      </a:defRPr>
    </a:lvl6pPr>
    <a:lvl7pPr marL="2743200" algn="l" defTabSz="914400" rtl="0" eaLnBrk="1" latinLnBrk="0" hangingPunct="1">
      <a:defRPr b="1" kern="1200">
        <a:solidFill>
          <a:schemeClr val="tx1"/>
        </a:solidFill>
        <a:latin typeface="Verdana" pitchFamily="34" charset="0"/>
        <a:ea typeface="+mn-ea"/>
        <a:cs typeface="+mn-cs"/>
      </a:defRPr>
    </a:lvl7pPr>
    <a:lvl8pPr marL="3200400" algn="l" defTabSz="914400" rtl="0" eaLnBrk="1" latinLnBrk="0" hangingPunct="1">
      <a:defRPr b="1" kern="1200">
        <a:solidFill>
          <a:schemeClr val="tx1"/>
        </a:solidFill>
        <a:latin typeface="Verdana" pitchFamily="34" charset="0"/>
        <a:ea typeface="+mn-ea"/>
        <a:cs typeface="+mn-cs"/>
      </a:defRPr>
    </a:lvl8pPr>
    <a:lvl9pPr marL="3657600" algn="l" defTabSz="914400" rtl="0" eaLnBrk="1" latinLnBrk="0" hangingPunct="1">
      <a:defRPr b="1"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CCCCCC"/>
    <a:srgbClr val="FFF5A2"/>
    <a:srgbClr val="FFF173"/>
    <a:srgbClr val="999999"/>
    <a:srgbClr val="666666"/>
    <a:srgbClr val="000000"/>
    <a:srgbClr val="FFFA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8F32B-89C9-2CCC-4B33-CA38A2FBED97}" v="16" dt="2026-09-28T22:49:37.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92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on Thomas" userId="S::thomasbrandonb@johndeere.com::80b8c510-6cd0-4d0d-8848-986054ff1746" providerId="AD" clId="Web-{CB35CC3D-AD2C-2C2B-2A5C-DBE8B5EE95F3}"/>
    <pc:docChg chg="modSld">
      <pc:chgData name="Brandon Thomas" userId="S::thomasbrandonb@johndeere.com::80b8c510-6cd0-4d0d-8848-986054ff1746" providerId="AD" clId="Web-{CB35CC3D-AD2C-2C2B-2A5C-DBE8B5EE95F3}" dt="2026-09-04T15:07:23.268" v="11" actId="20577"/>
      <pc:docMkLst>
        <pc:docMk/>
      </pc:docMkLst>
      <pc:sldChg chg="modSp">
        <pc:chgData name="Brandon Thomas" userId="S::thomasbrandonb@johndeere.com::80b8c510-6cd0-4d0d-8848-986054ff1746" providerId="AD" clId="Web-{CB35CC3D-AD2C-2C2B-2A5C-DBE8B5EE95F3}" dt="2026-09-04T15:07:23.268" v="11" actId="20577"/>
        <pc:sldMkLst>
          <pc:docMk/>
          <pc:sldMk cId="3634326033" sldId="2147473899"/>
        </pc:sldMkLst>
        <pc:spChg chg="mod">
          <ac:chgData name="Brandon Thomas" userId="S::thomasbrandonb@johndeere.com::80b8c510-6cd0-4d0d-8848-986054ff1746" providerId="AD" clId="Web-{CB35CC3D-AD2C-2C2B-2A5C-DBE8B5EE95F3}" dt="2026-09-04T15:07:23.268" v="11" actId="20577"/>
          <ac:spMkLst>
            <pc:docMk/>
            <pc:sldMk cId="3634326033" sldId="2147473899"/>
            <ac:spMk id="3" creationId="{9AC66A2E-0C15-2715-067E-CE65A6912A1F}"/>
          </ac:spMkLst>
        </pc:spChg>
      </pc:sldChg>
    </pc:docChg>
  </pc:docChgLst>
  <pc:docChgLst>
    <pc:chgData name="Jeremy Lambert" userId="a8636473-1b38-4bb7-a20f-a963a691c18a" providerId="ADAL" clId="{53A9278A-7736-49B4-9AD8-DB5A574FDE72}"/>
    <pc:docChg chg="undo custSel modSld modMainMaster">
      <pc:chgData name="Jeremy Lambert" userId="a8636473-1b38-4bb7-a20f-a963a691c18a" providerId="ADAL" clId="{53A9278A-7736-49B4-9AD8-DB5A574FDE72}" dt="2026-09-03T20:10:25.841" v="492" actId="6549"/>
      <pc:docMkLst>
        <pc:docMk/>
      </pc:docMkLst>
      <pc:sldChg chg="addSp modSp mod">
        <pc:chgData name="Jeremy Lambert" userId="a8636473-1b38-4bb7-a20f-a963a691c18a" providerId="ADAL" clId="{53A9278A-7736-49B4-9AD8-DB5A574FDE72}" dt="2026-09-01T18:50:23.771" v="317" actId="1037"/>
        <pc:sldMkLst>
          <pc:docMk/>
          <pc:sldMk cId="1335722260" sldId="365"/>
        </pc:sldMkLst>
        <pc:spChg chg="mod">
          <ac:chgData name="Jeremy Lambert" userId="a8636473-1b38-4bb7-a20f-a963a691c18a" providerId="ADAL" clId="{53A9278A-7736-49B4-9AD8-DB5A574FDE72}" dt="2026-09-01T18:43:51.927" v="259" actId="20577"/>
          <ac:spMkLst>
            <pc:docMk/>
            <pc:sldMk cId="1335722260" sldId="365"/>
            <ac:spMk id="10" creationId="{00000000-0000-0000-0000-000000000000}"/>
          </ac:spMkLst>
        </pc:spChg>
        <pc:picChg chg="add mod modCrop">
          <ac:chgData name="Jeremy Lambert" userId="a8636473-1b38-4bb7-a20f-a963a691c18a" providerId="ADAL" clId="{53A9278A-7736-49B4-9AD8-DB5A574FDE72}" dt="2026-09-01T18:50:23.771" v="317" actId="1037"/>
          <ac:picMkLst>
            <pc:docMk/>
            <pc:sldMk cId="1335722260" sldId="365"/>
            <ac:picMk id="3" creationId="{963A7262-7818-4446-512B-C11F53DE51C9}"/>
          </ac:picMkLst>
        </pc:picChg>
      </pc:sldChg>
      <pc:sldChg chg="addSp modSp mod">
        <pc:chgData name="Jeremy Lambert" userId="a8636473-1b38-4bb7-a20f-a963a691c18a" providerId="ADAL" clId="{53A9278A-7736-49B4-9AD8-DB5A574FDE72}" dt="2026-09-03T11:25:07.248" v="418" actId="20577"/>
        <pc:sldMkLst>
          <pc:docMk/>
          <pc:sldMk cId="195090413" sldId="366"/>
        </pc:sldMkLst>
        <pc:spChg chg="add mod">
          <ac:chgData name="Jeremy Lambert" userId="a8636473-1b38-4bb7-a20f-a963a691c18a" providerId="ADAL" clId="{53A9278A-7736-49B4-9AD8-DB5A574FDE72}" dt="2026-09-02T20:53:43.717" v="386" actId="767"/>
          <ac:spMkLst>
            <pc:docMk/>
            <pc:sldMk cId="195090413" sldId="366"/>
            <ac:spMk id="5" creationId="{D151970A-8D23-3F01-0515-6FEBB431B16E}"/>
          </ac:spMkLst>
        </pc:spChg>
        <pc:graphicFrameChg chg="modGraphic">
          <ac:chgData name="Jeremy Lambert" userId="a8636473-1b38-4bb7-a20f-a963a691c18a" providerId="ADAL" clId="{53A9278A-7736-49B4-9AD8-DB5A574FDE72}" dt="2026-09-03T11:25:07.248" v="418" actId="20577"/>
          <ac:graphicFrameMkLst>
            <pc:docMk/>
            <pc:sldMk cId="195090413" sldId="366"/>
            <ac:graphicFrameMk id="4" creationId="{00000000-0000-0000-0000-000000000000}"/>
          </ac:graphicFrameMkLst>
        </pc:graphicFrameChg>
      </pc:sldChg>
      <pc:sldChg chg="addSp delSp modSp mod">
        <pc:chgData name="Jeremy Lambert" userId="a8636473-1b38-4bb7-a20f-a963a691c18a" providerId="ADAL" clId="{53A9278A-7736-49B4-9AD8-DB5A574FDE72}" dt="2026-09-03T20:10:25.841" v="492" actId="6549"/>
        <pc:sldMkLst>
          <pc:docMk/>
          <pc:sldMk cId="289936337" sldId="384"/>
        </pc:sldMkLst>
        <pc:spChg chg="add mod">
          <ac:chgData name="Jeremy Lambert" userId="a8636473-1b38-4bb7-a20f-a963a691c18a" providerId="ADAL" clId="{53A9278A-7736-49B4-9AD8-DB5A574FDE72}" dt="2026-09-02T20:52:33.981" v="385" actId="767"/>
          <ac:spMkLst>
            <pc:docMk/>
            <pc:sldMk cId="289936337" sldId="384"/>
            <ac:spMk id="3" creationId="{7000C173-87A9-6193-DA69-DBE0FC9D7756}"/>
          </ac:spMkLst>
        </pc:spChg>
        <pc:spChg chg="mod">
          <ac:chgData name="Jeremy Lambert" userId="a8636473-1b38-4bb7-a20f-a963a691c18a" providerId="ADAL" clId="{53A9278A-7736-49B4-9AD8-DB5A574FDE72}" dt="2026-09-03T20:10:25.841" v="492" actId="6549"/>
          <ac:spMkLst>
            <pc:docMk/>
            <pc:sldMk cId="289936337" sldId="384"/>
            <ac:spMk id="10" creationId="{B44587D0-659E-81B4-A0D2-E6F79F5789B9}"/>
          </ac:spMkLst>
        </pc:spChg>
      </pc:sldChg>
      <pc:sldChg chg="addSp delSp modSp mod">
        <pc:chgData name="Jeremy Lambert" userId="a8636473-1b38-4bb7-a20f-a963a691c18a" providerId="ADAL" clId="{53A9278A-7736-49B4-9AD8-DB5A574FDE72}" dt="2026-09-01T18:21:27.800" v="184" actId="478"/>
        <pc:sldMkLst>
          <pc:docMk/>
          <pc:sldMk cId="4144674245" sldId="387"/>
        </pc:sldMkLst>
      </pc:sldChg>
      <pc:sldChg chg="addSp delSp modSp mod">
        <pc:chgData name="Jeremy Lambert" userId="a8636473-1b38-4bb7-a20f-a963a691c18a" providerId="ADAL" clId="{53A9278A-7736-49B4-9AD8-DB5A574FDE72}" dt="2026-09-01T18:19:35.920" v="180" actId="20577"/>
        <pc:sldMkLst>
          <pc:docMk/>
          <pc:sldMk cId="2652633807" sldId="397"/>
        </pc:sldMkLst>
        <pc:spChg chg="mod">
          <ac:chgData name="Jeremy Lambert" userId="a8636473-1b38-4bb7-a20f-a963a691c18a" providerId="ADAL" clId="{53A9278A-7736-49B4-9AD8-DB5A574FDE72}" dt="2026-09-01T18:19:35.920" v="180" actId="20577"/>
          <ac:spMkLst>
            <pc:docMk/>
            <pc:sldMk cId="2652633807" sldId="397"/>
            <ac:spMk id="5" creationId="{00000000-0000-0000-0000-000000000000}"/>
          </ac:spMkLst>
        </pc:spChg>
        <pc:spChg chg="mod">
          <ac:chgData name="Jeremy Lambert" userId="a8636473-1b38-4bb7-a20f-a963a691c18a" providerId="ADAL" clId="{53A9278A-7736-49B4-9AD8-DB5A574FDE72}" dt="2026-09-01T18:19:21.062" v="170" actId="6549"/>
          <ac:spMkLst>
            <pc:docMk/>
            <pc:sldMk cId="2652633807" sldId="397"/>
            <ac:spMk id="6" creationId="{9C332502-0862-4E0F-88E1-78CDD3C0D8DD}"/>
          </ac:spMkLst>
        </pc:spChg>
        <pc:spChg chg="add mod">
          <ac:chgData name="Jeremy Lambert" userId="a8636473-1b38-4bb7-a20f-a963a691c18a" providerId="ADAL" clId="{53A9278A-7736-49B4-9AD8-DB5A574FDE72}" dt="2026-09-01T18:19:00.143" v="145" actId="1035"/>
          <ac:spMkLst>
            <pc:docMk/>
            <pc:sldMk cId="2652633807" sldId="397"/>
            <ac:spMk id="10" creationId="{739FAF85-0191-CBC7-9013-81746DECA908}"/>
          </ac:spMkLst>
        </pc:spChg>
      </pc:sldChg>
      <pc:sldChg chg="modSp mod">
        <pc:chgData name="Jeremy Lambert" userId="a8636473-1b38-4bb7-a20f-a963a691c18a" providerId="ADAL" clId="{53A9278A-7736-49B4-9AD8-DB5A574FDE72}" dt="2026-09-01T18:19:52.590" v="183" actId="20577"/>
        <pc:sldMkLst>
          <pc:docMk/>
          <pc:sldMk cId="3634326033" sldId="2147473899"/>
        </pc:sldMkLst>
        <pc:spChg chg="mod">
          <ac:chgData name="Jeremy Lambert" userId="a8636473-1b38-4bb7-a20f-a963a691c18a" providerId="ADAL" clId="{53A9278A-7736-49B4-9AD8-DB5A574FDE72}" dt="2026-09-01T18:19:52.590" v="183" actId="20577"/>
          <ac:spMkLst>
            <pc:docMk/>
            <pc:sldMk cId="3634326033" sldId="2147473899"/>
            <ac:spMk id="5" creationId="{19C2267F-5D71-4CAE-4119-1CA5B4221E00}"/>
          </ac:spMkLst>
        </pc:spChg>
      </pc:sldChg>
      <pc:sldMasterChg chg="modSp mod modSldLayout">
        <pc:chgData name="Jeremy Lambert" userId="a8636473-1b38-4bb7-a20f-a963a691c18a" providerId="ADAL" clId="{53A9278A-7736-49B4-9AD8-DB5A574FDE72}" dt="2026-09-02T20:54:40.945" v="403" actId="20577"/>
        <pc:sldMasterMkLst>
          <pc:docMk/>
          <pc:sldMasterMk cId="0" sldId="2147483653"/>
        </pc:sldMasterMkLst>
        <pc:spChg chg="mod">
          <ac:chgData name="Jeremy Lambert" userId="a8636473-1b38-4bb7-a20f-a963a691c18a" providerId="ADAL" clId="{53A9278A-7736-49B4-9AD8-DB5A574FDE72}" dt="2026-09-02T20:54:40.945" v="403" actId="20577"/>
          <ac:spMkLst>
            <pc:docMk/>
            <pc:sldMasterMk cId="0" sldId="2147483653"/>
            <ac:spMk id="15" creationId="{00000000-0000-0000-0000-000000000000}"/>
          </ac:spMkLst>
        </pc:spChg>
      </pc:sldMasterChg>
    </pc:docChg>
  </pc:docChgLst>
  <pc:docChgLst>
    <pc:chgData name="Christopher Carnes" userId="S::carneschristopher@johndeere.com::7bf0b3df-a14c-4814-b398-d7c9c170275d" providerId="AD" clId="Web-{CA8864EC-783A-645E-6262-2BDE60C18894}"/>
    <pc:docChg chg="modSld">
      <pc:chgData name="Christopher Carnes" userId="S::carneschristopher@johndeere.com::7bf0b3df-a14c-4814-b398-d7c9c170275d" providerId="AD" clId="Web-{CA8864EC-783A-645E-6262-2BDE60C18894}" dt="2026-09-03T18:53:29.427" v="2" actId="1076"/>
      <pc:docMkLst>
        <pc:docMk/>
      </pc:docMkLst>
      <pc:sldChg chg="delSp">
        <pc:chgData name="Christopher Carnes" userId="S::carneschristopher@johndeere.com::7bf0b3df-a14c-4814-b398-d7c9c170275d" providerId="AD" clId="Web-{CA8864EC-783A-645E-6262-2BDE60C18894}" dt="2026-09-03T18:53:03.661" v="0"/>
        <pc:sldMkLst>
          <pc:docMk/>
          <pc:sldMk cId="289936337" sldId="384"/>
        </pc:sldMkLst>
      </pc:sldChg>
      <pc:sldChg chg="modSp">
        <pc:chgData name="Christopher Carnes" userId="S::carneschristopher@johndeere.com::7bf0b3df-a14c-4814-b398-d7c9c170275d" providerId="AD" clId="Web-{CA8864EC-783A-645E-6262-2BDE60C18894}" dt="2026-09-03T18:53:29.427" v="2" actId="1076"/>
        <pc:sldMkLst>
          <pc:docMk/>
          <pc:sldMk cId="4144674245" sldId="387"/>
        </pc:sldMkLst>
        <pc:picChg chg="mod">
          <ac:chgData name="Christopher Carnes" userId="S::carneschristopher@johndeere.com::7bf0b3df-a14c-4814-b398-d7c9c170275d" providerId="AD" clId="Web-{CA8864EC-783A-645E-6262-2BDE60C18894}" dt="2026-09-03T18:53:29.427" v="2" actId="1076"/>
          <ac:picMkLst>
            <pc:docMk/>
            <pc:sldMk cId="4144674245" sldId="387"/>
            <ac:picMk id="5" creationId="{08FFFF4B-1472-4AC2-A0AB-6F0CD77FA0DA}"/>
          </ac:picMkLst>
        </pc:picChg>
      </pc:sldChg>
    </pc:docChg>
  </pc:docChgLst>
  <pc:docChgLst>
    <pc:chgData name="Christopher Carnes" userId="S::carneschristopher@johndeere.com::7bf0b3df-a14c-4814-b398-d7c9c170275d" providerId="AD" clId="Web-{00000000-0000-0000-0000-000000000000}"/>
    <pc:docChg chg="modSld">
      <pc:chgData name="Christopher Carnes" userId="S::carneschristopher@johndeere.com::7bf0b3df-a14c-4814-b398-d7c9c170275d" providerId="AD" clId="Web-{00000000-0000-0000-0000-000000000000}" dt="2026-09-03T20:52:38.244" v="136" actId="14100"/>
      <pc:docMkLst>
        <pc:docMk/>
      </pc:docMkLst>
      <pc:sldChg chg="addSp modSp">
        <pc:chgData name="Christopher Carnes" userId="S::carneschristopher@johndeere.com::7bf0b3df-a14c-4814-b398-d7c9c170275d" providerId="AD" clId="Web-{00000000-0000-0000-0000-000000000000}" dt="2026-09-03T20:52:38.244" v="136" actId="14100"/>
        <pc:sldMkLst>
          <pc:docMk/>
          <pc:sldMk cId="289936337" sldId="384"/>
        </pc:sldMkLst>
        <pc:spChg chg="add mod">
          <ac:chgData name="Christopher Carnes" userId="S::carneschristopher@johndeere.com::7bf0b3df-a14c-4814-b398-d7c9c170275d" providerId="AD" clId="Web-{00000000-0000-0000-0000-000000000000}" dt="2026-09-03T20:52:25.712" v="133" actId="14100"/>
          <ac:spMkLst>
            <pc:docMk/>
            <pc:sldMk cId="289936337" sldId="384"/>
            <ac:spMk id="2" creationId="{D8744FA2-F46B-AC8A-3EB1-A8C928EA34BB}"/>
          </ac:spMkLst>
        </pc:spChg>
        <pc:spChg chg="add mod">
          <ac:chgData name="Christopher Carnes" userId="S::carneschristopher@johndeere.com::7bf0b3df-a14c-4814-b398-d7c9c170275d" providerId="AD" clId="Web-{00000000-0000-0000-0000-000000000000}" dt="2026-09-03T20:52:38.244" v="136" actId="14100"/>
          <ac:spMkLst>
            <pc:docMk/>
            <pc:sldMk cId="289936337" sldId="384"/>
            <ac:spMk id="6" creationId="{0F509550-E217-B559-DE56-089A22C5FDBA}"/>
          </ac:spMkLst>
        </pc:spChg>
        <pc:spChg chg="mod">
          <ac:chgData name="Christopher Carnes" userId="S::carneschristopher@johndeere.com::7bf0b3df-a14c-4814-b398-d7c9c170275d" providerId="AD" clId="Web-{00000000-0000-0000-0000-000000000000}" dt="2026-09-03T20:52:19.962" v="130" actId="14100"/>
          <ac:spMkLst>
            <pc:docMk/>
            <pc:sldMk cId="289936337" sldId="384"/>
            <ac:spMk id="10" creationId="{B44587D0-659E-81B4-A0D2-E6F79F5789B9}"/>
          </ac:spMkLst>
        </pc:spChg>
      </pc:sldChg>
    </pc:docChg>
  </pc:docChgLst>
  <pc:docChgLst>
    <pc:chgData name="John Hill" userId="S::hilljohnm@johndeere.com::0ce48e94-949a-456e-8253-f98c467e9524" providerId="AD" clId="Web-{6C057B27-01ED-3161-DC54-8A8D8AD2B0A9}"/>
    <pc:docChg chg="modSld">
      <pc:chgData name="John Hill" userId="S::hilljohnm@johndeere.com::0ce48e94-949a-456e-8253-f98c467e9524" providerId="AD" clId="Web-{6C057B27-01ED-3161-DC54-8A8D8AD2B0A9}" dt="2026-09-01T20:29:47.566" v="14" actId="20577"/>
      <pc:docMkLst>
        <pc:docMk/>
      </pc:docMkLst>
      <pc:sldChg chg="modSp">
        <pc:chgData name="John Hill" userId="S::hilljohnm@johndeere.com::0ce48e94-949a-456e-8253-f98c467e9524" providerId="AD" clId="Web-{6C057B27-01ED-3161-DC54-8A8D8AD2B0A9}" dt="2026-09-01T20:29:47.566" v="14" actId="20577"/>
        <pc:sldMkLst>
          <pc:docMk/>
          <pc:sldMk cId="3634326033" sldId="2147473899"/>
        </pc:sldMkLst>
        <pc:spChg chg="mod">
          <ac:chgData name="John Hill" userId="S::hilljohnm@johndeere.com::0ce48e94-949a-456e-8253-f98c467e9524" providerId="AD" clId="Web-{6C057B27-01ED-3161-DC54-8A8D8AD2B0A9}" dt="2026-09-01T20:29:47.566" v="14" actId="20577"/>
          <ac:spMkLst>
            <pc:docMk/>
            <pc:sldMk cId="3634326033" sldId="2147473899"/>
            <ac:spMk id="5" creationId="{19C2267F-5D71-4CAE-4119-1CA5B4221E00}"/>
          </ac:spMkLst>
        </pc:spChg>
      </pc:sldChg>
    </pc:docChg>
  </pc:docChgLst>
  <pc:docChgLst>
    <pc:chgData name="Christopher Carnes" userId="S::carneschristopher@johndeere.com::7bf0b3df-a14c-4814-b398-d7c9c170275d" providerId="AD" clId="Web-{971A18CD-576C-7703-0ADF-4604FD398E40}"/>
    <pc:docChg chg="modSld">
      <pc:chgData name="Christopher Carnes" userId="S::carneschristopher@johndeere.com::7bf0b3df-a14c-4814-b398-d7c9c170275d" providerId="AD" clId="Web-{971A18CD-576C-7703-0ADF-4604FD398E40}" dt="2026-09-03T12:44:01.414" v="0" actId="20577"/>
      <pc:docMkLst>
        <pc:docMk/>
      </pc:docMkLst>
      <pc:sldChg chg="modSp">
        <pc:chgData name="Christopher Carnes" userId="S::carneschristopher@johndeere.com::7bf0b3df-a14c-4814-b398-d7c9c170275d" providerId="AD" clId="Web-{971A18CD-576C-7703-0ADF-4604FD398E40}" dt="2026-09-03T12:44:01.414" v="0" actId="20577"/>
        <pc:sldMkLst>
          <pc:docMk/>
          <pc:sldMk cId="2652633807" sldId="397"/>
        </pc:sldMkLst>
        <pc:spChg chg="mod">
          <ac:chgData name="Christopher Carnes" userId="S::carneschristopher@johndeere.com::7bf0b3df-a14c-4814-b398-d7c9c170275d" providerId="AD" clId="Web-{971A18CD-576C-7703-0ADF-4604FD398E40}" dt="2026-09-03T12:44:01.414" v="0" actId="20577"/>
          <ac:spMkLst>
            <pc:docMk/>
            <pc:sldMk cId="2652633807" sldId="397"/>
            <ac:spMk id="10" creationId="{739FAF85-0191-CBC7-9013-81746DECA908}"/>
          </ac:spMkLst>
        </pc:spChg>
      </pc:sldChg>
    </pc:docChg>
  </pc:docChgLst>
  <pc:docChgLst>
    <pc:chgData name="Keir Jenkins" userId="S::jenkinskeirt@johndeere.com::759d990b-4e82-46c7-adc6-fa403b9b5114" providerId="AD" clId="Web-{EB11A3ED-3A3C-9852-AF4D-F17BB2638549}"/>
    <pc:docChg chg="modSld">
      <pc:chgData name="Keir Jenkins" userId="S::jenkinskeirt@johndeere.com::759d990b-4e82-46c7-adc6-fa403b9b5114" providerId="AD" clId="Web-{EB11A3ED-3A3C-9852-AF4D-F17BB2638549}" dt="2026-09-03T14:58:49.688" v="455"/>
      <pc:docMkLst>
        <pc:docMk/>
      </pc:docMkLst>
      <pc:sldChg chg="delSp modSp">
        <pc:chgData name="Keir Jenkins" userId="S::jenkinskeirt@johndeere.com::759d990b-4e82-46c7-adc6-fa403b9b5114" providerId="AD" clId="Web-{EB11A3ED-3A3C-9852-AF4D-F17BB2638549}" dt="2026-09-03T14:58:49.688" v="455"/>
        <pc:sldMkLst>
          <pc:docMk/>
          <pc:sldMk cId="2115203555" sldId="370"/>
        </pc:sldMkLst>
        <pc:spChg chg="mod">
          <ac:chgData name="Keir Jenkins" userId="S::jenkinskeirt@johndeere.com::759d990b-4e82-46c7-adc6-fa403b9b5114" providerId="AD" clId="Web-{EB11A3ED-3A3C-9852-AF4D-F17BB2638549}" dt="2026-09-03T14:58:37.751" v="452" actId="20577"/>
          <ac:spMkLst>
            <pc:docMk/>
            <pc:sldMk cId="2115203555" sldId="370"/>
            <ac:spMk id="7" creationId="{00000000-0000-0000-0000-000000000000}"/>
          </ac:spMkLst>
        </pc:spChg>
      </pc:sldChg>
      <pc:sldChg chg="modSp">
        <pc:chgData name="Keir Jenkins" userId="S::jenkinskeirt@johndeere.com::759d990b-4e82-46c7-adc6-fa403b9b5114" providerId="AD" clId="Web-{EB11A3ED-3A3C-9852-AF4D-F17BB2638549}" dt="2026-09-03T14:35:37.417" v="41" actId="20577"/>
        <pc:sldMkLst>
          <pc:docMk/>
          <pc:sldMk cId="2652633807" sldId="397"/>
        </pc:sldMkLst>
        <pc:spChg chg="mod">
          <ac:chgData name="Keir Jenkins" userId="S::jenkinskeirt@johndeere.com::759d990b-4e82-46c7-adc6-fa403b9b5114" providerId="AD" clId="Web-{EB11A3ED-3A3C-9852-AF4D-F17BB2638549}" dt="2026-09-03T14:35:37.417" v="41" actId="20577"/>
          <ac:spMkLst>
            <pc:docMk/>
            <pc:sldMk cId="2652633807" sldId="397"/>
            <ac:spMk id="6" creationId="{9C332502-0862-4E0F-88E1-78CDD3C0D8DD}"/>
          </ac:spMkLst>
        </pc:spChg>
      </pc:sldChg>
      <pc:sldChg chg="modSp">
        <pc:chgData name="Keir Jenkins" userId="S::jenkinskeirt@johndeere.com::759d990b-4e82-46c7-adc6-fa403b9b5114" providerId="AD" clId="Web-{EB11A3ED-3A3C-9852-AF4D-F17BB2638549}" dt="2026-09-03T14:36:06.339" v="43" actId="1076"/>
        <pc:sldMkLst>
          <pc:docMk/>
          <pc:sldMk cId="2715297620" sldId="2147473673"/>
        </pc:sldMkLst>
        <pc:spChg chg="mod">
          <ac:chgData name="Keir Jenkins" userId="S::jenkinskeirt@johndeere.com::759d990b-4e82-46c7-adc6-fa403b9b5114" providerId="AD" clId="Web-{EB11A3ED-3A3C-9852-AF4D-F17BB2638549}" dt="2026-09-03T14:36:06.339" v="43" actId="1076"/>
          <ac:spMkLst>
            <pc:docMk/>
            <pc:sldMk cId="2715297620" sldId="2147473673"/>
            <ac:spMk id="6" creationId="{0EC20958-D3A9-41DC-9464-DFDDD3774A29}"/>
          </ac:spMkLst>
        </pc:spChg>
        <pc:spChg chg="mod">
          <ac:chgData name="Keir Jenkins" userId="S::jenkinskeirt@johndeere.com::759d990b-4e82-46c7-adc6-fa403b9b5114" providerId="AD" clId="Web-{EB11A3ED-3A3C-9852-AF4D-F17BB2638549}" dt="2026-09-03T14:36:02.933" v="42" actId="1076"/>
          <ac:spMkLst>
            <pc:docMk/>
            <pc:sldMk cId="2715297620" sldId="2147473673"/>
            <ac:spMk id="7" creationId="{9AB181D4-AC9E-1B96-D0E7-552CBB6C76CA}"/>
          </ac:spMkLst>
        </pc:spChg>
      </pc:sldChg>
    </pc:docChg>
  </pc:docChgLst>
  <pc:docChgLst>
    <pc:chgData name="Christopher Carnes" userId="S::carneschristopher@johndeere.com::7bf0b3df-a14c-4814-b398-d7c9c170275d" providerId="AD" clId="Web-{B3383F3B-FFDE-7CC8-EFCB-55EA6268A6F3}"/>
    <pc:docChg chg="modSld">
      <pc:chgData name="Christopher Carnes" userId="S::carneschristopher@johndeere.com::7bf0b3df-a14c-4814-b398-d7c9c170275d" providerId="AD" clId="Web-{B3383F3B-FFDE-7CC8-EFCB-55EA6268A6F3}" dt="2026-09-04T14:31:05.551" v="261" actId="20577"/>
      <pc:docMkLst>
        <pc:docMk/>
      </pc:docMkLst>
      <pc:sldChg chg="addSp delSp modSp">
        <pc:chgData name="Christopher Carnes" userId="S::carneschristopher@johndeere.com::7bf0b3df-a14c-4814-b398-d7c9c170275d" providerId="AD" clId="Web-{B3383F3B-FFDE-7CC8-EFCB-55EA6268A6F3}" dt="2026-09-04T14:31:05.551" v="261" actId="20577"/>
        <pc:sldMkLst>
          <pc:docMk/>
          <pc:sldMk cId="289936337" sldId="384"/>
        </pc:sldMkLst>
        <pc:spChg chg="mod">
          <ac:chgData name="Christopher Carnes" userId="S::carneschristopher@johndeere.com::7bf0b3df-a14c-4814-b398-d7c9c170275d" providerId="AD" clId="Web-{B3383F3B-FFDE-7CC8-EFCB-55EA6268A6F3}" dt="2026-09-04T13:10:08.945" v="191" actId="20577"/>
          <ac:spMkLst>
            <pc:docMk/>
            <pc:sldMk cId="289936337" sldId="384"/>
            <ac:spMk id="2" creationId="{D8744FA2-F46B-AC8A-3EB1-A8C928EA34BB}"/>
          </ac:spMkLst>
        </pc:spChg>
        <pc:spChg chg="mod">
          <ac:chgData name="Christopher Carnes" userId="S::carneschristopher@johndeere.com::7bf0b3df-a14c-4814-b398-d7c9c170275d" providerId="AD" clId="Web-{B3383F3B-FFDE-7CC8-EFCB-55EA6268A6F3}" dt="2026-09-04T14:31:05.551" v="261" actId="20577"/>
          <ac:spMkLst>
            <pc:docMk/>
            <pc:sldMk cId="289936337" sldId="384"/>
            <ac:spMk id="4" creationId="{176E229B-1EC7-7E6F-2045-8F472F1AC82D}"/>
          </ac:spMkLst>
        </pc:spChg>
        <pc:spChg chg="mod">
          <ac:chgData name="Christopher Carnes" userId="S::carneschristopher@johndeere.com::7bf0b3df-a14c-4814-b398-d7c9c170275d" providerId="AD" clId="Web-{B3383F3B-FFDE-7CC8-EFCB-55EA6268A6F3}" dt="2026-09-04T13:05:57.780" v="186" actId="1076"/>
          <ac:spMkLst>
            <pc:docMk/>
            <pc:sldMk cId="289936337" sldId="384"/>
            <ac:spMk id="6" creationId="{0F509550-E217-B559-DE56-089A22C5FDBA}"/>
          </ac:spMkLst>
        </pc:spChg>
        <pc:spChg chg="mod">
          <ac:chgData name="Christopher Carnes" userId="S::carneschristopher@johndeere.com::7bf0b3df-a14c-4814-b398-d7c9c170275d" providerId="AD" clId="Web-{B3383F3B-FFDE-7CC8-EFCB-55EA6268A6F3}" dt="2026-09-04T13:06:03.499" v="188" actId="14100"/>
          <ac:spMkLst>
            <pc:docMk/>
            <pc:sldMk cId="289936337" sldId="384"/>
            <ac:spMk id="10" creationId="{B44587D0-659E-81B4-A0D2-E6F79F5789B9}"/>
          </ac:spMkLst>
        </pc:spChg>
        <pc:picChg chg="add mod">
          <ac:chgData name="Christopher Carnes" userId="S::carneschristopher@johndeere.com::7bf0b3df-a14c-4814-b398-d7c9c170275d" providerId="AD" clId="Web-{B3383F3B-FFDE-7CC8-EFCB-55EA6268A6F3}" dt="2026-09-04T12:23:54.400" v="66" actId="1076"/>
          <ac:picMkLst>
            <pc:docMk/>
            <pc:sldMk cId="289936337" sldId="384"/>
            <ac:picMk id="12" creationId="{F38A3EAF-7D82-3EE0-BF40-86A934607ADE}"/>
          </ac:picMkLst>
        </pc:picChg>
        <pc:picChg chg="add mod">
          <ac:chgData name="Christopher Carnes" userId="S::carneschristopher@johndeere.com::7bf0b3df-a14c-4814-b398-d7c9c170275d" providerId="AD" clId="Web-{B3383F3B-FFDE-7CC8-EFCB-55EA6268A6F3}" dt="2026-09-04T12:24:12.901" v="69" actId="1076"/>
          <ac:picMkLst>
            <pc:docMk/>
            <pc:sldMk cId="289936337" sldId="384"/>
            <ac:picMk id="13" creationId="{9A65F34F-C595-9046-7A90-8B97661E8C23}"/>
          </ac:picMkLst>
        </pc:picChg>
      </pc:sldChg>
      <pc:sldChg chg="addSp delSp modSp">
        <pc:chgData name="Christopher Carnes" userId="S::carneschristopher@johndeere.com::7bf0b3df-a14c-4814-b398-d7c9c170275d" providerId="AD" clId="Web-{B3383F3B-FFDE-7CC8-EFCB-55EA6268A6F3}" dt="2026-09-04T13:14:00.249" v="228" actId="1076"/>
        <pc:sldMkLst>
          <pc:docMk/>
          <pc:sldMk cId="2652633807" sldId="397"/>
        </pc:sldMkLst>
        <pc:spChg chg="mod">
          <ac:chgData name="Christopher Carnes" userId="S::carneschristopher@johndeere.com::7bf0b3df-a14c-4814-b398-d7c9c170275d" providerId="AD" clId="Web-{B3383F3B-FFDE-7CC8-EFCB-55EA6268A6F3}" dt="2026-09-04T13:14:00.249" v="228" actId="1076"/>
          <ac:spMkLst>
            <pc:docMk/>
            <pc:sldMk cId="2652633807" sldId="397"/>
            <ac:spMk id="6" creationId="{9C332502-0862-4E0F-88E1-78CDD3C0D8DD}"/>
          </ac:spMkLst>
        </pc:spChg>
        <pc:spChg chg="add mod">
          <ac:chgData name="Christopher Carnes" userId="S::carneschristopher@johndeere.com::7bf0b3df-a14c-4814-b398-d7c9c170275d" providerId="AD" clId="Web-{B3383F3B-FFDE-7CC8-EFCB-55EA6268A6F3}" dt="2026-09-04T13:13:05.513" v="209" actId="1076"/>
          <ac:spMkLst>
            <pc:docMk/>
            <pc:sldMk cId="2652633807" sldId="397"/>
            <ac:spMk id="11" creationId="{48DDE1DC-69E2-59E2-CE17-A2785C90EA97}"/>
          </ac:spMkLst>
        </pc:spChg>
      </pc:sldChg>
      <pc:sldChg chg="addSp delSp modSp">
        <pc:chgData name="Christopher Carnes" userId="S::carneschristopher@johndeere.com::7bf0b3df-a14c-4814-b398-d7c9c170275d" providerId="AD" clId="Web-{B3383F3B-FFDE-7CC8-EFCB-55EA6268A6F3}" dt="2026-09-04T13:13:45.968" v="227" actId="1076"/>
        <pc:sldMkLst>
          <pc:docMk/>
          <pc:sldMk cId="3634326033" sldId="2147473899"/>
        </pc:sldMkLst>
        <pc:spChg chg="add mod">
          <ac:chgData name="Christopher Carnes" userId="S::carneschristopher@johndeere.com::7bf0b3df-a14c-4814-b398-d7c9c170275d" providerId="AD" clId="Web-{B3383F3B-FFDE-7CC8-EFCB-55EA6268A6F3}" dt="2026-09-04T13:13:45.968" v="227" actId="1076"/>
          <ac:spMkLst>
            <pc:docMk/>
            <pc:sldMk cId="3634326033" sldId="2147473899"/>
            <ac:spMk id="3" creationId="{9AC66A2E-0C15-2715-067E-CE65A6912A1F}"/>
          </ac:spMkLst>
        </pc:spChg>
      </pc:sldChg>
    </pc:docChg>
  </pc:docChgLst>
  <pc:docChgLst>
    <pc:chgData name="Keir Jenkins" userId="759d990b-4e82-46c7-adc6-fa403b9b5114" providerId="ADAL" clId="{7640198B-A178-4384-8599-24D287E7DD65}"/>
    <pc:docChg chg="undo custSel addSld delSld modSld">
      <pc:chgData name="Keir Jenkins" userId="759d990b-4e82-46c7-adc6-fa403b9b5114" providerId="ADAL" clId="{7640198B-A178-4384-8599-24D287E7DD65}" dt="2026-09-03T18:36:22.420" v="1402" actId="6549"/>
      <pc:docMkLst>
        <pc:docMk/>
      </pc:docMkLst>
      <pc:sldChg chg="addSp modSp mod">
        <pc:chgData name="Keir Jenkins" userId="759d990b-4e82-46c7-adc6-fa403b9b5114" providerId="ADAL" clId="{7640198B-A178-4384-8599-24D287E7DD65}" dt="2026-09-03T17:53:41.863" v="1181" actId="14100"/>
        <pc:sldMkLst>
          <pc:docMk/>
          <pc:sldMk cId="2115203555" sldId="370"/>
        </pc:sldMkLst>
        <pc:spChg chg="mod">
          <ac:chgData name="Keir Jenkins" userId="759d990b-4e82-46c7-adc6-fa403b9b5114" providerId="ADAL" clId="{7640198B-A178-4384-8599-24D287E7DD65}" dt="2026-09-03T15:16:04.684" v="337" actId="114"/>
          <ac:spMkLst>
            <pc:docMk/>
            <pc:sldMk cId="2115203555" sldId="370"/>
            <ac:spMk id="7" creationId="{00000000-0000-0000-0000-000000000000}"/>
          </ac:spMkLst>
        </pc:spChg>
        <pc:picChg chg="add mod">
          <ac:chgData name="Keir Jenkins" userId="759d990b-4e82-46c7-adc6-fa403b9b5114" providerId="ADAL" clId="{7640198B-A178-4384-8599-24D287E7DD65}" dt="2026-09-03T17:53:00.714" v="1176" actId="1076"/>
          <ac:picMkLst>
            <pc:docMk/>
            <pc:sldMk cId="2115203555" sldId="370"/>
            <ac:picMk id="3" creationId="{50F70394-775D-F40B-A9AC-E4A0858110EB}"/>
          </ac:picMkLst>
        </pc:picChg>
        <pc:picChg chg="add mod">
          <ac:chgData name="Keir Jenkins" userId="759d990b-4e82-46c7-adc6-fa403b9b5114" providerId="ADAL" clId="{7640198B-A178-4384-8599-24D287E7DD65}" dt="2026-09-03T17:53:41.863" v="1181" actId="14100"/>
          <ac:picMkLst>
            <pc:docMk/>
            <pc:sldMk cId="2115203555" sldId="370"/>
            <ac:picMk id="5" creationId="{EB4EB7F4-8DA7-34BB-E959-6925F5D291B3}"/>
          </ac:picMkLst>
        </pc:picChg>
      </pc:sldChg>
      <pc:sldChg chg="mod modShow">
        <pc:chgData name="Keir Jenkins" userId="759d990b-4e82-46c7-adc6-fa403b9b5114" providerId="ADAL" clId="{7640198B-A178-4384-8599-24D287E7DD65}" dt="2026-09-03T17:54:04.471" v="1182" actId="729"/>
        <pc:sldMkLst>
          <pc:docMk/>
          <pc:sldMk cId="3237313485" sldId="381"/>
        </pc:sldMkLst>
      </pc:sldChg>
      <pc:sldChg chg="addSp delSp modSp mod">
        <pc:chgData name="Keir Jenkins" userId="759d990b-4e82-46c7-adc6-fa403b9b5114" providerId="ADAL" clId="{7640198B-A178-4384-8599-24D287E7DD65}" dt="2026-09-03T18:36:22.420" v="1402" actId="6549"/>
        <pc:sldMkLst>
          <pc:docMk/>
          <pc:sldMk cId="548673742" sldId="386"/>
        </pc:sldMkLst>
        <pc:spChg chg="mod">
          <ac:chgData name="Keir Jenkins" userId="759d990b-4e82-46c7-adc6-fa403b9b5114" providerId="ADAL" clId="{7640198B-A178-4384-8599-24D287E7DD65}" dt="2026-09-03T18:36:22.420" v="1402" actId="6549"/>
          <ac:spMkLst>
            <pc:docMk/>
            <pc:sldMk cId="548673742" sldId="386"/>
            <ac:spMk id="3" creationId="{00000000-0000-0000-0000-000000000000}"/>
          </ac:spMkLst>
        </pc:spChg>
        <pc:picChg chg="add mod">
          <ac:chgData name="Keir Jenkins" userId="759d990b-4e82-46c7-adc6-fa403b9b5114" providerId="ADAL" clId="{7640198B-A178-4384-8599-24D287E7DD65}" dt="2026-09-03T17:52:06.017" v="1070" actId="1076"/>
          <ac:picMkLst>
            <pc:docMk/>
            <pc:sldMk cId="548673742" sldId="386"/>
            <ac:picMk id="8" creationId="{6E977B0B-2AF7-4CA1-EA34-C6A398E7127E}"/>
          </ac:picMkLst>
        </pc:picChg>
      </pc:sldChg>
    </pc:docChg>
  </pc:docChgLst>
  <pc:docChgLst>
    <pc:chgData name="Joseph Meyers" userId="S::meyersjosephe@johndeere.com::741f25d5-8589-4008-af8d-c995078b891f" providerId="AD" clId="Web-{065D5B71-045C-D2F4-2DE3-C727AD9C7F6E}"/>
    <pc:docChg chg="modSld">
      <pc:chgData name="Joseph Meyers" userId="S::meyersjosephe@johndeere.com::741f25d5-8589-4008-af8d-c995078b891f" providerId="AD" clId="Web-{065D5B71-045C-D2F4-2DE3-C727AD9C7F6E}" dt="2026-09-02T22:15:59.809" v="53" actId="20577"/>
      <pc:docMkLst>
        <pc:docMk/>
      </pc:docMkLst>
      <pc:sldChg chg="addSp modSp">
        <pc:chgData name="Joseph Meyers" userId="S::meyersjosephe@johndeere.com::741f25d5-8589-4008-af8d-c995078b891f" providerId="AD" clId="Web-{065D5B71-045C-D2F4-2DE3-C727AD9C7F6E}" dt="2026-09-02T22:15:59.809" v="53" actId="20577"/>
        <pc:sldMkLst>
          <pc:docMk/>
          <pc:sldMk cId="3634326033" sldId="2147473899"/>
        </pc:sldMkLst>
      </pc:sldChg>
    </pc:docChg>
  </pc:docChgLst>
  <pc:docChgLst>
    <pc:chgData name="Keir Jenkins" userId="S::jenkinskeirt@johndeere.com::759d990b-4e82-46c7-adc6-fa403b9b5114" providerId="AD" clId="Web-{2408F32B-89C9-2CCC-4B33-CA38A2FBED97}"/>
    <pc:docChg chg="modSld">
      <pc:chgData name="Keir Jenkins" userId="S::jenkinskeirt@johndeere.com::759d990b-4e82-46c7-adc6-fa403b9b5114" providerId="AD" clId="Web-{2408F32B-89C9-2CCC-4B33-CA38A2FBED97}" dt="2026-09-28T22:49:34.287" v="14" actId="20577"/>
      <pc:docMkLst>
        <pc:docMk/>
      </pc:docMkLst>
      <pc:sldChg chg="modSp">
        <pc:chgData name="Keir Jenkins" userId="S::jenkinskeirt@johndeere.com::759d990b-4e82-46c7-adc6-fa403b9b5114" providerId="AD" clId="Web-{2408F32B-89C9-2CCC-4B33-CA38A2FBED97}" dt="2026-09-28T22:49:34.287" v="14" actId="20577"/>
        <pc:sldMkLst>
          <pc:docMk/>
          <pc:sldMk cId="195090413" sldId="366"/>
        </pc:sldMkLst>
        <pc:spChg chg="mod">
          <ac:chgData name="Keir Jenkins" userId="S::jenkinskeirt@johndeere.com::759d990b-4e82-46c7-adc6-fa403b9b5114" providerId="AD" clId="Web-{2408F32B-89C9-2CCC-4B33-CA38A2FBED97}" dt="2026-09-28T22:49:34.287" v="14" actId="20577"/>
          <ac:spMkLst>
            <pc:docMk/>
            <pc:sldMk cId="195090413" sldId="36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defRPr>
            </a:lvl1pPr>
          </a:lstStyle>
          <a:p>
            <a:endParaRPr lang="en-US"/>
          </a:p>
        </p:txBody>
      </p:sp>
      <p:sp>
        <p:nvSpPr>
          <p:cNvPr id="286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endParaRPr lang="en-US"/>
          </a:p>
        </p:txBody>
      </p:sp>
      <p:sp>
        <p:nvSpPr>
          <p:cNvPr id="286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p:spPr>
      </p:sp>
      <p:sp>
        <p:nvSpPr>
          <p:cNvPr id="286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6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defRPr>
            </a:lvl1pPr>
          </a:lstStyle>
          <a:p>
            <a:endParaRPr lang="en-US"/>
          </a:p>
        </p:txBody>
      </p:sp>
      <p:sp>
        <p:nvSpPr>
          <p:cNvPr id="286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charset="0"/>
              </a:defRPr>
            </a:lvl1pPr>
          </a:lstStyle>
          <a:p>
            <a:fld id="{F00EBA6F-7B3C-40A0-A697-58A807823717}" type="slidenum">
              <a:rPr lang="en-US"/>
              <a:pPr/>
              <a:t>‹#›</a:t>
            </a:fld>
            <a:endParaRPr lang="en-US"/>
          </a:p>
        </p:txBody>
      </p:sp>
    </p:spTree>
    <p:extLst>
      <p:ext uri="{BB962C8B-B14F-4D97-AF65-F5344CB8AC3E}">
        <p14:creationId xmlns:p14="http://schemas.microsoft.com/office/powerpoint/2010/main" val="4215324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3</a:t>
            </a:fld>
            <a:endParaRPr lang="en-US"/>
          </a:p>
        </p:txBody>
      </p:sp>
    </p:spTree>
    <p:extLst>
      <p:ext uri="{BB962C8B-B14F-4D97-AF65-F5344CB8AC3E}">
        <p14:creationId xmlns:p14="http://schemas.microsoft.com/office/powerpoint/2010/main" val="973046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0DCD9-83B2-E2BC-E6C7-8934B06E5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82BD1-57BD-F564-34A5-9F077E8648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787D0-8FD6-095D-C561-0329E0D45D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879D90-0ADE-71D8-727D-8BCB00924102}"/>
              </a:ext>
            </a:extLst>
          </p:cNvPr>
          <p:cNvSpPr>
            <a:spLocks noGrp="1"/>
          </p:cNvSpPr>
          <p:nvPr>
            <p:ph type="sldNum" sz="quarter" idx="5"/>
          </p:nvPr>
        </p:nvSpPr>
        <p:spPr/>
        <p:txBody>
          <a:bodyPr/>
          <a:lstStyle/>
          <a:p>
            <a:fld id="{F00EBA6F-7B3C-40A0-A697-58A807823717}" type="slidenum">
              <a:rPr lang="en-US" smtClean="0"/>
              <a:pPr/>
              <a:t>4</a:t>
            </a:fld>
            <a:endParaRPr lang="en-US"/>
          </a:p>
        </p:txBody>
      </p:sp>
    </p:spTree>
    <p:extLst>
      <p:ext uri="{BB962C8B-B14F-4D97-AF65-F5344CB8AC3E}">
        <p14:creationId xmlns:p14="http://schemas.microsoft.com/office/powerpoint/2010/main" val="3796406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latin typeface="Arial"/>
                <a:cs typeface="Arial"/>
              </a:rPr>
              <a:t>The purpose of John Deere </a:t>
            </a:r>
          </a:p>
          <a:p>
            <a:endParaRPr lang="en-US"/>
          </a:p>
          <a:p>
            <a:r>
              <a:rPr lang="en-US">
                <a:latin typeface="Arial"/>
                <a:cs typeface="Arial"/>
              </a:rPr>
              <a:t>John Deere is …</a:t>
            </a:r>
          </a:p>
          <a:p>
            <a:endParaRPr lang="en-US"/>
          </a:p>
          <a:p>
            <a:pPr marL="180975" indent="-180975">
              <a:buFont typeface="Wingdings,Sans-Serif"/>
              <a:buChar char="§"/>
            </a:pPr>
            <a:r>
              <a:rPr lang="en-US">
                <a:latin typeface="Arial"/>
                <a:cs typeface="Arial"/>
              </a:rPr>
              <a:t>the world's leading manufacturer of agricultural machinery and one of the leading suppliers of machines for construction, forestry and turf</a:t>
            </a:r>
          </a:p>
          <a:p>
            <a:endParaRPr lang="en-US"/>
          </a:p>
          <a:p>
            <a:pPr marL="180975" indent="-180975" defTabSz="966612">
              <a:buFont typeface="Wingdings,Sans-Serif"/>
              <a:buChar char="§"/>
              <a:defRPr/>
            </a:pPr>
            <a:r>
              <a:rPr lang="en-US">
                <a:latin typeface="Arial"/>
                <a:cs typeface="Arial"/>
              </a:rPr>
              <a:t>committed to the success of customers whose work is linked to the land - those who cultivate, harvest, transform, enrich and build upon the land to meet the world’s dramatically increasing need for food, fuel, shelter and infrastructure</a:t>
            </a:r>
          </a:p>
          <a:p>
            <a:pPr defTabSz="966612">
              <a:defRPr/>
            </a:pPr>
            <a:endParaRPr lang="en-US"/>
          </a:p>
          <a:p>
            <a:pPr marL="180975" indent="-180975" defTabSz="966612">
              <a:buFont typeface="Wingdings,Sans-Serif"/>
              <a:buChar char="§"/>
              <a:defRPr/>
            </a:pPr>
            <a:r>
              <a:rPr lang="en-US">
                <a:latin typeface="Arial"/>
                <a:cs typeface="Arial"/>
              </a:rPr>
              <a:t>Since 1837, John Deere has gradually developed to become the world‘s largest manufacturer of agricultural equipment, as well as a leading supplier of lawn and grounds care equipment and of construction and forestry equipment</a:t>
            </a:r>
            <a:endParaRPr lang="de-DE">
              <a:latin typeface="Arial"/>
              <a:cs typeface="Arial"/>
            </a:endParaRPr>
          </a:p>
          <a:p>
            <a:endParaRPr lang="de-DE"/>
          </a:p>
        </p:txBody>
      </p:sp>
      <p:sp>
        <p:nvSpPr>
          <p:cNvPr id="4" name="Foliennummernplatzhalter 3"/>
          <p:cNvSpPr>
            <a:spLocks noGrp="1"/>
          </p:cNvSpPr>
          <p:nvPr>
            <p:ph type="sldNum" sz="quarter" idx="5"/>
          </p:nvPr>
        </p:nvSpPr>
        <p:spPr/>
        <p:txBody>
          <a:bodyPr/>
          <a:lstStyle/>
          <a:p>
            <a:fld id="{F00EBA6F-7B3C-40A0-A697-58A807823717}" type="slidenum">
              <a:rPr lang="en-US" smtClean="0"/>
              <a:pPr/>
              <a:t>5</a:t>
            </a:fld>
            <a:endParaRPr lang="en-US"/>
          </a:p>
        </p:txBody>
      </p:sp>
    </p:spTree>
    <p:extLst>
      <p:ext uri="{BB962C8B-B14F-4D97-AF65-F5344CB8AC3E}">
        <p14:creationId xmlns:p14="http://schemas.microsoft.com/office/powerpoint/2010/main" val="3070809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noProof="0">
                <a:latin typeface="Arial"/>
                <a:cs typeface="Arial"/>
              </a:rPr>
              <a:t>John</a:t>
            </a:r>
            <a:r>
              <a:rPr lang="de-DE">
                <a:latin typeface="Arial"/>
                <a:cs typeface="Arial"/>
              </a:rPr>
              <a:t> </a:t>
            </a:r>
            <a:r>
              <a:rPr lang="de-DE" noProof="0">
                <a:latin typeface="Arial"/>
                <a:cs typeface="Arial"/>
              </a:rPr>
              <a:t>Deere </a:t>
            </a:r>
            <a:r>
              <a:rPr lang="de-DE">
                <a:latin typeface="Arial"/>
                <a:cs typeface="Arial"/>
              </a:rPr>
              <a:t>always stands up for those connected to the land - crop and livestock farmers</a:t>
            </a:r>
            <a:r>
              <a:rPr lang="de-DE" noProof="0">
                <a:latin typeface="Arial"/>
                <a:cs typeface="Arial"/>
              </a:rPr>
              <a:t>, </a:t>
            </a:r>
            <a:r>
              <a:rPr lang="de-DE">
                <a:latin typeface="Arial"/>
                <a:cs typeface="Arial"/>
              </a:rPr>
              <a:t>landowners</a:t>
            </a:r>
            <a:r>
              <a:rPr lang="de-DE" noProof="0">
                <a:latin typeface="Arial"/>
                <a:cs typeface="Arial"/>
              </a:rPr>
              <a:t> and </a:t>
            </a:r>
            <a:r>
              <a:rPr lang="de-DE">
                <a:latin typeface="Arial"/>
                <a:cs typeface="Arial"/>
              </a:rPr>
              <a:t>contractors</a:t>
            </a:r>
            <a:r>
              <a:rPr lang="de-DE" noProof="0">
                <a:latin typeface="Arial"/>
                <a:cs typeface="Arial"/>
              </a:rPr>
              <a:t>.</a:t>
            </a:r>
            <a:r>
              <a:rPr lang="de-DE">
                <a:latin typeface="Arial"/>
                <a:cs typeface="Arial"/>
              </a:rPr>
              <a:t> </a:t>
            </a:r>
            <a:endParaRPr lang="en-US">
              <a:cs typeface="Arial" charset="0"/>
            </a:endParaRPr>
          </a:p>
          <a:p>
            <a:r>
              <a:rPr lang="de-DE" noProof="0">
                <a:latin typeface="Arial"/>
                <a:cs typeface="Arial"/>
              </a:rPr>
              <a:t>John</a:t>
            </a:r>
            <a:r>
              <a:rPr lang="de-DE">
                <a:latin typeface="Arial"/>
                <a:cs typeface="Arial"/>
              </a:rPr>
              <a:t> </a:t>
            </a:r>
            <a:r>
              <a:rPr lang="de-DE" noProof="0">
                <a:latin typeface="Arial"/>
                <a:cs typeface="Arial"/>
              </a:rPr>
              <a:t>Deere </a:t>
            </a:r>
            <a:r>
              <a:rPr lang="de-DE">
                <a:latin typeface="Arial"/>
                <a:cs typeface="Arial"/>
              </a:rPr>
              <a:t>has never outgrown its founder's original core values</a:t>
            </a:r>
            <a:r>
              <a:rPr lang="de-DE" noProof="0">
                <a:latin typeface="Arial"/>
                <a:cs typeface="Arial"/>
              </a:rPr>
              <a:t> and has </a:t>
            </a:r>
            <a:r>
              <a:rPr lang="de-DE">
                <a:latin typeface="Arial"/>
                <a:cs typeface="Arial"/>
              </a:rPr>
              <a:t>never forgotten them:</a:t>
            </a:r>
            <a:r>
              <a:rPr lang="de-DE">
                <a:latin typeface="Arial"/>
                <a:cs typeface="Arial"/>
                <a:sym typeface="Wingdings" panose="05000000000000000000" pitchFamily="2" charset="2"/>
              </a:rPr>
              <a:t> </a:t>
            </a:r>
            <a:r>
              <a:rPr lang="de-DE" b="1">
                <a:latin typeface="Arial"/>
                <a:cs typeface="Arial"/>
              </a:rPr>
              <a:t>Integrity</a:t>
            </a:r>
            <a:r>
              <a:rPr lang="de-DE" b="1" noProof="0">
                <a:latin typeface="Arial"/>
                <a:cs typeface="Arial"/>
              </a:rPr>
              <a:t>, </a:t>
            </a:r>
            <a:r>
              <a:rPr lang="de-DE" b="1">
                <a:latin typeface="Arial"/>
                <a:cs typeface="Arial"/>
              </a:rPr>
              <a:t>quality</a:t>
            </a:r>
            <a:r>
              <a:rPr lang="de-DE" b="1" noProof="0">
                <a:latin typeface="Arial"/>
                <a:cs typeface="Arial"/>
              </a:rPr>
              <a:t>, humanity, engagement </a:t>
            </a:r>
            <a:r>
              <a:rPr lang="de-DE" b="1">
                <a:latin typeface="Arial"/>
                <a:cs typeface="Arial"/>
              </a:rPr>
              <a:t>and innovation</a:t>
            </a:r>
            <a:r>
              <a:rPr lang="de-DE" noProof="0">
                <a:latin typeface="Arial"/>
                <a:cs typeface="Arial"/>
              </a:rPr>
              <a:t>.</a:t>
            </a:r>
            <a:r>
              <a:rPr lang="de-DE">
                <a:latin typeface="Arial"/>
                <a:cs typeface="Arial"/>
              </a:rPr>
              <a:t>  </a:t>
            </a:r>
          </a:p>
          <a:p>
            <a:r>
              <a:rPr lang="de-DE">
                <a:latin typeface="Arial"/>
                <a:cs typeface="Arial"/>
              </a:rPr>
              <a:t>These values guide the path we take</a:t>
            </a:r>
            <a:r>
              <a:rPr lang="de-DE" noProof="0">
                <a:latin typeface="Arial"/>
                <a:cs typeface="Arial"/>
              </a:rPr>
              <a:t>, </a:t>
            </a:r>
            <a:r>
              <a:rPr lang="de-DE">
                <a:latin typeface="Arial"/>
                <a:cs typeface="Arial"/>
              </a:rPr>
              <a:t>the quality we offer and the unparalleled way we treat our customers</a:t>
            </a:r>
            <a:r>
              <a:rPr lang="de-DE" noProof="0">
                <a:latin typeface="Arial"/>
                <a:cs typeface="Arial"/>
              </a:rPr>
              <a:t>, </a:t>
            </a:r>
            <a:r>
              <a:rPr lang="de-DE">
                <a:latin typeface="Arial"/>
                <a:cs typeface="Arial"/>
              </a:rPr>
              <a:t>investors and employees</a:t>
            </a:r>
            <a:r>
              <a:rPr lang="de-DE" noProof="0">
                <a:latin typeface="Arial"/>
                <a:cs typeface="Arial"/>
              </a:rPr>
              <a:t>.</a:t>
            </a:r>
            <a:endParaRPr lang="de-DE">
              <a:latin typeface="Arial"/>
              <a:cs typeface="Arial"/>
            </a:endParaRPr>
          </a:p>
          <a:p>
            <a:endParaRPr lang="de-DE" sz="1300">
              <a:latin typeface="Verdana" pitchFamily="34" charset="0"/>
              <a:ea typeface="Verdana" pitchFamily="34" charset="0"/>
              <a:cs typeface="Verdana" pitchFamily="34" charset="0"/>
            </a:endParaRPr>
          </a:p>
          <a:p>
            <a:endParaRPr lang="de-DE" sz="1300">
              <a:latin typeface="Verdana" pitchFamily="34" charset="0"/>
              <a:ea typeface="Verdana" pitchFamily="34" charset="0"/>
              <a:cs typeface="Verdana" pitchFamily="34" charset="0"/>
            </a:endParaRPr>
          </a:p>
          <a:p>
            <a:pPr defTabSz="483306" fontAlgn="auto">
              <a:defRPr/>
            </a:pPr>
            <a:r>
              <a:rPr lang="de-DE" sz="1300" b="1">
                <a:latin typeface="Arial"/>
                <a:cs typeface="Arial"/>
              </a:rPr>
              <a:t>Integrity</a:t>
            </a:r>
          </a:p>
          <a:p>
            <a:pPr marL="742950" lvl="1" indent="-285750" defTabSz="483306">
              <a:buFont typeface="Wingdings"/>
              <a:buChar char="§"/>
              <a:defRPr/>
            </a:pPr>
            <a:r>
              <a:rPr lang="de-DE">
                <a:latin typeface="Arial"/>
                <a:cs typeface="Arial"/>
              </a:rPr>
              <a:t>J</a:t>
            </a:r>
            <a:r>
              <a:rPr lang="de-DE" sz="3000">
                <a:latin typeface="Arial"/>
                <a:cs typeface="Arial"/>
              </a:rPr>
              <a:t>ohn Deere prioritised trust, even in the early days of his comp</a:t>
            </a:r>
            <a:r>
              <a:rPr lang="de-DE">
                <a:latin typeface="Arial"/>
                <a:cs typeface="Arial"/>
              </a:rPr>
              <a:t>any.</a:t>
            </a:r>
            <a:endParaRPr lang="de-DE" sz="1300" b="1">
              <a:latin typeface="Arial"/>
              <a:cs typeface="Arial"/>
            </a:endParaRPr>
          </a:p>
          <a:p>
            <a:pPr marL="742950" lvl="1" indent="-285750" defTabSz="483306">
              <a:buFont typeface="Wingdings"/>
              <a:buChar char="§"/>
              <a:defRPr/>
            </a:pPr>
            <a:r>
              <a:rPr lang="de-DE">
                <a:latin typeface="Arial"/>
                <a:cs typeface="Arial"/>
              </a:rPr>
              <a:t>His vision was that his customers would always be able to trust the products that bear his name. </a:t>
            </a:r>
          </a:p>
          <a:p>
            <a:pPr marL="742950" lvl="1" indent="-285750" defTabSz="483306">
              <a:buFont typeface="Wingdings"/>
              <a:buChar char="§"/>
              <a:defRPr/>
            </a:pPr>
            <a:r>
              <a:rPr lang="de-DE">
                <a:latin typeface="Arial"/>
                <a:cs typeface="Arial"/>
              </a:rPr>
              <a:t>That is still true today: from the smallest spare part to the largest combine harvester. </a:t>
            </a:r>
          </a:p>
          <a:p>
            <a:pPr marL="742950" lvl="1" indent="-285750" defTabSz="483306">
              <a:buFont typeface="Wingdings"/>
              <a:buChar char="§"/>
              <a:defRPr/>
            </a:pPr>
            <a:r>
              <a:rPr lang="de-DE">
                <a:latin typeface="Arial"/>
                <a:cs typeface="Arial"/>
              </a:rPr>
              <a:t>It also means treating everyone with fairness and respect.</a:t>
            </a:r>
            <a:endParaRPr lang="de-DE"/>
          </a:p>
          <a:p>
            <a:pPr marL="664546" lvl="1" indent="-181240" defTabSz="483306" fontAlgn="auto">
              <a:spcBef>
                <a:spcPts val="0"/>
              </a:spcBef>
              <a:spcAft>
                <a:spcPts val="0"/>
              </a:spcAft>
              <a:buFont typeface="Wingdings" panose="05000000000000000000" pitchFamily="2" charset="2"/>
              <a:buChar char="§"/>
              <a:defRPr/>
            </a:pPr>
            <a:endParaRPr lang="de-DE" sz="1300"/>
          </a:p>
          <a:p>
            <a:r>
              <a:rPr lang="de-DE" sz="1300" b="1">
                <a:latin typeface="Arial"/>
                <a:cs typeface="Arial"/>
              </a:rPr>
              <a:t>Quality </a:t>
            </a:r>
            <a:endParaRPr lang="de-DE" sz="1300" b="1">
              <a:cs typeface="Arial"/>
            </a:endParaRPr>
          </a:p>
          <a:p>
            <a:pPr marL="800100" indent="-342900" defTabSz="483306" fontAlgn="auto">
              <a:buFont typeface="Wingdings"/>
              <a:buChar char="§"/>
              <a:defRPr/>
            </a:pPr>
            <a:r>
              <a:rPr lang="de-DE">
                <a:latin typeface="Arial"/>
                <a:cs typeface="Arial"/>
              </a:rPr>
              <a:t>Since 1837, John Deere has not forgotten this.</a:t>
            </a:r>
          </a:p>
          <a:p>
            <a:pPr marL="800100" lvl="1" indent="-342900" defTabSz="483306">
              <a:buFont typeface="Wingdings"/>
              <a:buChar char="§"/>
              <a:defRPr/>
            </a:pPr>
            <a:r>
              <a:rPr lang="de-DE">
                <a:latin typeface="Arial"/>
                <a:cs typeface="Arial"/>
              </a:rPr>
              <a:t>In the beginning, John Deere imported steel from England because American steel did not meet its high standards. </a:t>
            </a:r>
            <a:endParaRPr lang="de-DE">
              <a:cs typeface="Arial" charset="0"/>
            </a:endParaRPr>
          </a:p>
          <a:p>
            <a:pPr marL="800100" lvl="1" indent="-342900" defTabSz="483306">
              <a:buFont typeface="Wingdings"/>
              <a:buChar char="§"/>
              <a:defRPr/>
            </a:pPr>
            <a:r>
              <a:rPr lang="de-DE">
                <a:latin typeface="Arial"/>
                <a:cs typeface="Arial"/>
              </a:rPr>
              <a:t>In the 1940s, we were the first to introduce statistical processes for continuous quality. </a:t>
            </a:r>
            <a:endParaRPr lang="de-DE">
              <a:cs typeface="Arial" charset="0"/>
            </a:endParaRPr>
          </a:p>
          <a:p>
            <a:pPr marL="800100" lvl="1" indent="-342900" defTabSz="483306">
              <a:buFont typeface="Wingdings"/>
              <a:buChar char="§"/>
              <a:defRPr/>
            </a:pPr>
            <a:r>
              <a:rPr lang="de-DE">
                <a:latin typeface="Arial"/>
                <a:cs typeface="Arial"/>
              </a:rPr>
              <a:t>Since 1992, all John Deere units have been ISO 9000 quality certified. </a:t>
            </a:r>
            <a:endParaRPr lang="de-DE">
              <a:cs typeface="Arial" charset="0"/>
            </a:endParaRPr>
          </a:p>
          <a:p>
            <a:pPr marL="768985" lvl="1" indent="-285750" defTabSz="483306">
              <a:spcBef>
                <a:spcPts val="0"/>
              </a:spcBef>
              <a:spcAft>
                <a:spcPts val="0"/>
              </a:spcAft>
              <a:buFont typeface="Wingdings"/>
              <a:buChar char="§"/>
              <a:defRPr/>
            </a:pPr>
            <a:r>
              <a:rPr lang="de-DE">
                <a:latin typeface="Arial"/>
                <a:cs typeface="Arial"/>
              </a:rPr>
              <a:t> Behind our reliability is a deeply embedded quality control system that has been refined for over 180 years.</a:t>
            </a:r>
          </a:p>
          <a:p>
            <a:pPr marL="483235" lvl="1" indent="0" defTabSz="483306">
              <a:spcBef>
                <a:spcPts val="0"/>
              </a:spcBef>
              <a:spcAft>
                <a:spcPts val="0"/>
              </a:spcAft>
              <a:buFont typeface="Wingdings"/>
              <a:buNone/>
              <a:defRPr/>
            </a:pPr>
            <a:endParaRPr lang="de-DE">
              <a:latin typeface="Arial"/>
              <a:cs typeface="Arial"/>
            </a:endParaRPr>
          </a:p>
          <a:p>
            <a:pPr marL="768985" lvl="1" indent="-285750" defTabSz="483306">
              <a:spcBef>
                <a:spcPts val="0"/>
              </a:spcBef>
              <a:spcAft>
                <a:spcPts val="0"/>
              </a:spcAft>
              <a:buFont typeface="Wingdings"/>
              <a:buChar char="§"/>
              <a:defRPr/>
            </a:pPr>
            <a:endParaRPr lang="de-DE">
              <a:latin typeface="Arial"/>
              <a:cs typeface="Arial"/>
            </a:endParaRPr>
          </a:p>
          <a:p>
            <a:pPr marL="26035" lvl="0" indent="0" defTabSz="483306">
              <a:spcBef>
                <a:spcPts val="0"/>
              </a:spcBef>
              <a:spcAft>
                <a:spcPts val="0"/>
              </a:spcAft>
              <a:buFont typeface="Wingdings"/>
              <a:buNone/>
              <a:defRPr/>
            </a:pPr>
            <a:r>
              <a:rPr lang="de-DE" b="1">
                <a:latin typeface="Arial"/>
                <a:cs typeface="Arial"/>
              </a:rPr>
              <a:t>Humanity:</a:t>
            </a:r>
          </a:p>
          <a:p>
            <a:pPr marL="654685" lvl="1" indent="-171450" defTabSz="483306">
              <a:spcBef>
                <a:spcPts val="0"/>
              </a:spcBef>
              <a:spcAft>
                <a:spcPts val="0"/>
              </a:spcAft>
              <a:buFont typeface="Wingdings" panose="05000000000000000000" pitchFamily="2" charset="2"/>
              <a:buChar char="§"/>
              <a:defRPr/>
            </a:pPr>
            <a:r>
              <a:rPr lang="de-DE" b="0">
                <a:latin typeface="Arial"/>
                <a:cs typeface="Arial"/>
              </a:rPr>
              <a:t>Bringing people together.</a:t>
            </a:r>
          </a:p>
          <a:p>
            <a:pPr marL="654685" lvl="1" indent="-171450" defTabSz="483306">
              <a:spcBef>
                <a:spcPts val="0"/>
              </a:spcBef>
              <a:spcAft>
                <a:spcPts val="0"/>
              </a:spcAft>
              <a:buFont typeface="Wingdings" panose="05000000000000000000" pitchFamily="2" charset="2"/>
              <a:buChar char="§"/>
              <a:defRPr/>
            </a:pPr>
            <a:r>
              <a:rPr lang="de-DE" b="0">
                <a:latin typeface="Arial"/>
                <a:cs typeface="Arial"/>
              </a:rPr>
              <a:t>Fostering inclusivity.</a:t>
            </a:r>
          </a:p>
          <a:p>
            <a:pPr marL="654685" lvl="1" indent="-171450" defTabSz="483306">
              <a:spcBef>
                <a:spcPts val="0"/>
              </a:spcBef>
              <a:spcAft>
                <a:spcPts val="0"/>
              </a:spcAft>
              <a:buFont typeface="Wingdings" panose="05000000000000000000" pitchFamily="2" charset="2"/>
              <a:buChar char="§"/>
              <a:defRPr/>
            </a:pPr>
            <a:r>
              <a:rPr lang="de-DE" b="0">
                <a:latin typeface="Arial"/>
                <a:cs typeface="Arial"/>
              </a:rPr>
              <a:t>Making us an even more awsome squad.</a:t>
            </a:r>
          </a:p>
          <a:p>
            <a:pPr marL="654685" lvl="1" indent="-171450" defTabSz="483306">
              <a:spcBef>
                <a:spcPts val="0"/>
              </a:spcBef>
              <a:spcAft>
                <a:spcPts val="0"/>
              </a:spcAft>
              <a:buFont typeface="Wingdings" panose="05000000000000000000" pitchFamily="2" charset="2"/>
              <a:buChar char="§"/>
              <a:defRPr/>
            </a:pPr>
            <a:endParaRPr lang="de-DE" b="1">
              <a:latin typeface="Arial"/>
              <a:cs typeface="Arial"/>
            </a:endParaRPr>
          </a:p>
          <a:p>
            <a:pPr marL="483306" lvl="1" defTabSz="483306" fontAlgn="auto">
              <a:spcBef>
                <a:spcPts val="0"/>
              </a:spcBef>
              <a:spcAft>
                <a:spcPts val="0"/>
              </a:spcAft>
              <a:defRPr/>
            </a:pPr>
            <a:endParaRPr lang="de-DE" sz="5700">
              <a:latin typeface="Verdana" pitchFamily="34" charset="0"/>
              <a:ea typeface="Verdana" pitchFamily="34" charset="0"/>
              <a:cs typeface="Verdana" pitchFamily="34" charset="0"/>
            </a:endParaRPr>
          </a:p>
          <a:p>
            <a:pPr defTabSz="483306" fontAlgn="auto">
              <a:spcBef>
                <a:spcPts val="0"/>
              </a:spcBef>
              <a:spcAft>
                <a:spcPts val="0"/>
              </a:spcAft>
              <a:defRPr/>
            </a:pPr>
            <a:r>
              <a:rPr lang="de-DE" sz="5700" b="1">
                <a:solidFill>
                  <a:srgbClr val="FF0000"/>
                </a:solidFill>
                <a:latin typeface="Verdana"/>
                <a:ea typeface="Verdana"/>
                <a:cs typeface="Verdana" pitchFamily="34" charset="0"/>
              </a:rPr>
              <a:t>Engagement</a:t>
            </a:r>
            <a:endParaRPr lang="de-DE" sz="5700">
              <a:solidFill>
                <a:srgbClr val="FF0000"/>
              </a:solidFill>
              <a:latin typeface="Verdana"/>
              <a:ea typeface="Verdana"/>
              <a:cs typeface="Verdana" pitchFamily="34" charset="0"/>
            </a:endParaRPr>
          </a:p>
          <a:p>
            <a:pPr marL="966470" lvl="1" indent="-483235" defTabSz="483306" fontAlgn="auto">
              <a:spcBef>
                <a:spcPts val="0"/>
              </a:spcBef>
              <a:spcAft>
                <a:spcPts val="0"/>
              </a:spcAft>
              <a:buFont typeface="Wingdings" panose="05000000000000000000" pitchFamily="2" charset="2"/>
              <a:buChar char="§"/>
              <a:defRPr/>
            </a:pPr>
            <a:r>
              <a:rPr lang="en-GB" sz="4400"/>
              <a:t>Integrity involves a large part of commitment</a:t>
            </a:r>
          </a:p>
          <a:p>
            <a:pPr marL="966470" lvl="1" indent="-483235" defTabSz="483306" fontAlgn="auto">
              <a:spcBef>
                <a:spcPts val="0"/>
              </a:spcBef>
              <a:spcAft>
                <a:spcPts val="0"/>
              </a:spcAft>
              <a:buFont typeface="Wingdings" panose="05000000000000000000" pitchFamily="2" charset="2"/>
              <a:buChar char="§"/>
              <a:defRPr/>
            </a:pPr>
            <a:r>
              <a:rPr lang="en-GB" sz="4400"/>
              <a:t>We are there for you if you need us. On time, every time. We know our customers' world doesn't close when other people go home</a:t>
            </a:r>
            <a:r>
              <a:rPr lang="de-DE" sz="3000">
                <a:solidFill>
                  <a:srgbClr val="FF0000"/>
                </a:solidFill>
                <a:latin typeface="Arial"/>
                <a:cs typeface="Arial"/>
              </a:rPr>
              <a:t>. </a:t>
            </a:r>
            <a:endParaRPr lang="de-DE" sz="3000">
              <a:solidFill>
                <a:srgbClr val="FF0000"/>
              </a:solidFill>
              <a:effectLst/>
              <a:latin typeface="Arial"/>
              <a:cs typeface="Arial"/>
            </a:endParaRPr>
          </a:p>
          <a:p>
            <a:pPr marL="966612" lvl="1" indent="-483306" defTabSz="483306" fontAlgn="auto">
              <a:spcBef>
                <a:spcPts val="0"/>
              </a:spcBef>
              <a:spcAft>
                <a:spcPts val="0"/>
              </a:spcAft>
              <a:buFont typeface="Wingdings" panose="05000000000000000000" pitchFamily="2" charset="2"/>
              <a:buChar char="§"/>
              <a:defRPr/>
            </a:pPr>
            <a:r>
              <a:rPr lang="en-GB" sz="4400">
                <a:effectLst/>
              </a:rPr>
              <a:t>It also means that we are committed to those around us</a:t>
            </a:r>
            <a:endParaRPr lang="de-DE" sz="3000">
              <a:solidFill>
                <a:srgbClr val="FF0000"/>
              </a:solidFill>
              <a:cs typeface="Arial"/>
            </a:endParaRPr>
          </a:p>
          <a:p>
            <a:pPr marL="966470" lvl="1" indent="-483235" defTabSz="483306" fontAlgn="auto">
              <a:spcBef>
                <a:spcPts val="0"/>
              </a:spcBef>
              <a:spcAft>
                <a:spcPts val="0"/>
              </a:spcAft>
              <a:buFont typeface="Wingdings" panose="05000000000000000000" pitchFamily="2" charset="2"/>
              <a:buChar char="§"/>
              <a:defRPr/>
            </a:pPr>
            <a:r>
              <a:rPr lang="en-GB" sz="4400"/>
              <a:t>Since 1984, the John Deere Foundation has invested tens of millions of </a:t>
            </a:r>
            <a:r>
              <a:rPr lang="en-GB" sz="4400" b="0"/>
              <a:t>dollars</a:t>
            </a:r>
            <a:r>
              <a:rPr lang="en-GB" sz="4400"/>
              <a:t> in educational, developmental and cultural programs. Since 2005, the foundation has also been committed to fighting world hunger</a:t>
            </a:r>
            <a:r>
              <a:rPr lang="de-DE" sz="3000">
                <a:solidFill>
                  <a:srgbClr val="FF0000"/>
                </a:solidFill>
                <a:latin typeface="Arial"/>
                <a:cs typeface="Arial"/>
              </a:rPr>
              <a:t>. </a:t>
            </a:r>
            <a:endParaRPr lang="de-DE" sz="3000">
              <a:solidFill>
                <a:srgbClr val="FF0000"/>
              </a:solidFill>
              <a:cs typeface="Arial"/>
            </a:endParaRPr>
          </a:p>
          <a:p>
            <a:pPr marL="483306" lvl="1" defTabSz="483306" fontAlgn="auto">
              <a:spcBef>
                <a:spcPts val="0"/>
              </a:spcBef>
              <a:spcAft>
                <a:spcPts val="0"/>
              </a:spcAft>
              <a:defRPr/>
            </a:pPr>
            <a:endParaRPr lang="de-DE" sz="3000"/>
          </a:p>
          <a:p>
            <a:pPr marL="483306" lvl="1" defTabSz="483306" fontAlgn="auto">
              <a:spcBef>
                <a:spcPts val="0"/>
              </a:spcBef>
              <a:spcAft>
                <a:spcPts val="0"/>
              </a:spcAft>
              <a:defRPr/>
            </a:pPr>
            <a:endParaRPr lang="de-DE" sz="3000"/>
          </a:p>
          <a:p>
            <a:pPr defTabSz="483306" fontAlgn="auto">
              <a:spcBef>
                <a:spcPts val="0"/>
              </a:spcBef>
              <a:spcAft>
                <a:spcPts val="0"/>
              </a:spcAft>
              <a:defRPr/>
            </a:pPr>
            <a:r>
              <a:rPr lang="de-DE" sz="1300" b="1">
                <a:latin typeface="Verdana"/>
                <a:ea typeface="Verdana"/>
                <a:cs typeface="Verdana" pitchFamily="34" charset="0"/>
              </a:rPr>
              <a:t>Innnovation</a:t>
            </a:r>
            <a:endParaRPr lang="de-DE" sz="1300" b="1">
              <a:latin typeface="Verdana" pitchFamily="34" charset="0"/>
              <a:ea typeface="Verdana" pitchFamily="34" charset="0"/>
              <a:cs typeface="Verdana" pitchFamily="34" charset="0"/>
            </a:endParaRPr>
          </a:p>
          <a:p>
            <a:pPr marL="742950" indent="-285750" defTabSz="483306" fontAlgn="auto">
              <a:buFont typeface="Wingdings" panose="05000000000000000000" pitchFamily="2" charset="2"/>
              <a:buChar char="§"/>
              <a:defRPr/>
            </a:pPr>
            <a:r>
              <a:rPr lang="de-DE">
                <a:latin typeface="Arial"/>
                <a:cs typeface="Arial"/>
              </a:rPr>
              <a:t>From the first self-cleaning steel plough to today's innovations</a:t>
            </a:r>
          </a:p>
          <a:p>
            <a:pPr marL="742950" indent="-285750" defTabSz="483306">
              <a:buFont typeface="Wingdings" panose="05000000000000000000" pitchFamily="2" charset="2"/>
              <a:buChar char="§"/>
              <a:defRPr/>
            </a:pPr>
            <a:r>
              <a:rPr lang="de-DE">
                <a:latin typeface="Arial"/>
                <a:cs typeface="Arial"/>
              </a:rPr>
              <a:t>Saving money and increasing productivity - that's what we call innovation.</a:t>
            </a:r>
            <a:endParaRPr lang="de-DE"/>
          </a:p>
          <a:p>
            <a:pPr marL="483235" lvl="1" defTabSz="483306" fontAlgn="auto">
              <a:spcBef>
                <a:spcPts val="0"/>
              </a:spcBef>
              <a:spcAft>
                <a:spcPts val="0"/>
              </a:spcAft>
              <a:defRPr/>
            </a:pPr>
            <a:r>
              <a:rPr lang="de-DE" sz="1300">
                <a:latin typeface="Arial"/>
                <a:cs typeface="Arial"/>
              </a:rPr>
              <a:t> </a:t>
            </a:r>
            <a:endParaRPr lang="de-DE" sz="1300">
              <a:cs typeface="Arial"/>
            </a:endParaRPr>
          </a:p>
          <a:p>
            <a:pPr marL="483235" lvl="1" defTabSz="483306" fontAlgn="auto">
              <a:spcBef>
                <a:spcPts val="0"/>
              </a:spcBef>
              <a:spcAft>
                <a:spcPts val="0"/>
              </a:spcAft>
              <a:defRPr/>
            </a:pPr>
            <a:endParaRPr lang="en-US" sz="1100">
              <a:cs typeface="Arial" charset="0"/>
            </a:endParaRPr>
          </a:p>
          <a:p>
            <a:endParaRPr lang="de-DE"/>
          </a:p>
        </p:txBody>
      </p:sp>
      <p:sp>
        <p:nvSpPr>
          <p:cNvPr id="4" name="Foliennummernplatzhalter 3"/>
          <p:cNvSpPr>
            <a:spLocks noGrp="1"/>
          </p:cNvSpPr>
          <p:nvPr>
            <p:ph type="sldNum" sz="quarter" idx="5"/>
          </p:nvPr>
        </p:nvSpPr>
        <p:spPr/>
        <p:txBody>
          <a:bodyPr/>
          <a:lstStyle/>
          <a:p>
            <a:fld id="{F00EBA6F-7B3C-40A0-A697-58A807823717}" type="slidenum">
              <a:rPr lang="en-US" smtClean="0"/>
              <a:pPr/>
              <a:t>6</a:t>
            </a:fld>
            <a:endParaRPr lang="en-US"/>
          </a:p>
        </p:txBody>
      </p:sp>
    </p:spTree>
    <p:extLst>
      <p:ext uri="{BB962C8B-B14F-4D97-AF65-F5344CB8AC3E}">
        <p14:creationId xmlns:p14="http://schemas.microsoft.com/office/powerpoint/2010/main" val="4261402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Arial"/>
                <a:cs typeface="Arial"/>
              </a:rPr>
              <a:t>The John Deere Strategy: an integrated company</a:t>
            </a:r>
            <a:endParaRPr lang="en-US">
              <a:latin typeface="Arial"/>
              <a:cs typeface="Arial"/>
            </a:endParaRPr>
          </a:p>
          <a:p>
            <a:r>
              <a:rPr lang="en-US">
                <a:latin typeface="Arial"/>
                <a:cs typeface="Arial"/>
              </a:rPr>
              <a:t>We will operate a portfolio of interrelated businesses, each with a vital and specific role in helping the enterprise meet its</a:t>
            </a:r>
          </a:p>
          <a:p>
            <a:pPr defTabSz="966612">
              <a:defRPr/>
            </a:pPr>
            <a:r>
              <a:rPr lang="en-US">
                <a:latin typeface="Arial"/>
                <a:cs typeface="Arial"/>
              </a:rPr>
              <a:t>performance goals and fulfil its purpose. </a:t>
            </a:r>
          </a:p>
          <a:p>
            <a:pPr defTabSz="966612">
              <a:defRPr/>
            </a:pPr>
            <a:endParaRPr lang="de-DE"/>
          </a:p>
          <a:p>
            <a:pPr marL="180975" indent="-180975" defTabSz="966612">
              <a:buFont typeface="Wingdings,Sans-Serif"/>
              <a:buChar char="§"/>
              <a:defRPr/>
            </a:pPr>
            <a:r>
              <a:rPr lang="en-US">
                <a:latin typeface="Arial"/>
                <a:cs typeface="Arial"/>
              </a:rPr>
              <a:t>John Deere’s agricultural and construction equipment operations – both global growth businesses – help our customers address the requirements of a growing, more affluent population.</a:t>
            </a:r>
          </a:p>
          <a:p>
            <a:pPr marL="180975" indent="-180975" defTabSz="966612">
              <a:buFont typeface="Wingdings,Sans-Serif"/>
              <a:buChar char="§"/>
              <a:defRPr/>
            </a:pPr>
            <a:r>
              <a:rPr lang="en-US">
                <a:latin typeface="Arial"/>
                <a:cs typeface="Arial"/>
              </a:rPr>
              <a:t>Turf and forestry equipment businesses serve customers with innovative, high-quality products and strengthen the channel development of our global growth operations. </a:t>
            </a:r>
          </a:p>
          <a:p>
            <a:pPr marL="180975" indent="-180975">
              <a:buFont typeface="Wingdings,Sans-Serif"/>
              <a:buChar char="§"/>
            </a:pPr>
            <a:r>
              <a:rPr lang="en-US">
                <a:latin typeface="Arial"/>
                <a:cs typeface="Arial"/>
              </a:rPr>
              <a:t>Other businesses – Financial Services, Power Systems, Intelligent Solutions Group and Worldwide Parts Services – strengthen and further differentiate the Agricultural, Construction, Turf and Forestry Equipment businesses, and focus on activities critical to the equipment operations’ success.</a:t>
            </a:r>
          </a:p>
          <a:p>
            <a:pPr marL="180975" indent="-180975">
              <a:buFont typeface="Wingdings,Sans-Serif"/>
              <a:buChar char="§"/>
            </a:pPr>
            <a:r>
              <a:rPr lang="en-US">
                <a:latin typeface="Arial"/>
                <a:cs typeface="Arial"/>
              </a:rPr>
              <a:t>Each business works to extend the unique John Deere Experience to customers throughout the world by the seamless integration of products and services, which creates greater value than any alternative provided in the marketplace.</a:t>
            </a:r>
          </a:p>
          <a:p>
            <a:pPr marL="180975" indent="-180975">
              <a:buFont typeface="Wingdings,Sans-Serif"/>
              <a:buChar char="§"/>
            </a:pPr>
            <a:r>
              <a:rPr lang="en-US"/>
              <a:t>By leveraging our strengths as an integrated enterprise, we are strongly positioned to deliver high levels of value to customers while generating superior returns for our shareholders and employees</a:t>
            </a:r>
          </a:p>
        </p:txBody>
      </p:sp>
      <p:sp>
        <p:nvSpPr>
          <p:cNvPr id="4" name="Slide Number Placeholder 3"/>
          <p:cNvSpPr>
            <a:spLocks noGrp="1"/>
          </p:cNvSpPr>
          <p:nvPr>
            <p:ph type="sldNum" sz="quarter" idx="5"/>
          </p:nvPr>
        </p:nvSpPr>
        <p:spPr/>
        <p:txBody>
          <a:bodyPr/>
          <a:lstStyle/>
          <a:p>
            <a:fld id="{F00EBA6F-7B3C-40A0-A697-58A807823717}" type="slidenum">
              <a:rPr lang="en-US" smtClean="0"/>
              <a:pPr/>
              <a:t>7</a:t>
            </a:fld>
            <a:endParaRPr lang="en-US"/>
          </a:p>
        </p:txBody>
      </p:sp>
    </p:spTree>
    <p:extLst>
      <p:ext uri="{BB962C8B-B14F-4D97-AF65-F5344CB8AC3E}">
        <p14:creationId xmlns:p14="http://schemas.microsoft.com/office/powerpoint/2010/main" val="186651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400">
                <a:latin typeface="Arial"/>
                <a:cs typeface="Arial"/>
              </a:rPr>
              <a:t>John Deere operates worldwide. </a:t>
            </a:r>
            <a:endParaRPr lang="en-US" sz="1400"/>
          </a:p>
          <a:p>
            <a:r>
              <a:rPr lang="de-DE" sz="1400">
                <a:latin typeface="Arial"/>
                <a:cs typeface="Arial"/>
              </a:rPr>
              <a:t> </a:t>
            </a:r>
            <a:endParaRPr lang="en-US" sz="1400">
              <a:latin typeface="Arial"/>
              <a:cs typeface="Arial"/>
            </a:endParaRPr>
          </a:p>
          <a:p>
            <a:pPr marL="285750" indent="-285750">
              <a:buFont typeface="Arial"/>
              <a:buChar char="•"/>
            </a:pPr>
            <a:r>
              <a:rPr lang="de-DE" sz="1400" b="0">
                <a:latin typeface="Arial"/>
                <a:cs typeface="Arial"/>
              </a:rPr>
              <a:t>76 manufacturing locations in 16 countries</a:t>
            </a:r>
          </a:p>
          <a:p>
            <a:pPr marL="285750" indent="-285750">
              <a:buFont typeface="Arial"/>
              <a:buChar char="•"/>
            </a:pPr>
            <a:r>
              <a:rPr lang="de-DE" sz="1400" b="0">
                <a:latin typeface="Arial"/>
                <a:cs typeface="Arial"/>
              </a:rPr>
              <a:t>Other locations in over 30 countries (sales, marketing, parts centres)</a:t>
            </a:r>
          </a:p>
          <a:p>
            <a:pPr marL="285750" indent="-285750">
              <a:buFont typeface="Arial"/>
              <a:buChar char="•"/>
            </a:pPr>
            <a:r>
              <a:rPr lang="de-DE" sz="1400" b="0">
                <a:latin typeface="Arial"/>
                <a:cs typeface="Arial"/>
              </a:rPr>
              <a:t>Nearly 76,000 employees</a:t>
            </a:r>
          </a:p>
          <a:p>
            <a:pPr marL="285750" indent="-285750">
              <a:buFont typeface="Arial"/>
              <a:buChar char="•"/>
            </a:pPr>
            <a:r>
              <a:rPr lang="de-DE" sz="1400" b="0">
                <a:latin typeface="Arial"/>
                <a:cs typeface="Arial"/>
              </a:rPr>
              <a:t>JD products are sold in more than 160 countries.</a:t>
            </a:r>
            <a:endParaRPr lang="en-US" sz="1400" b="0">
              <a:latin typeface="Arial"/>
              <a:cs typeface="Arial"/>
            </a:endParaRPr>
          </a:p>
          <a:p>
            <a:endParaRPr lang="en-US" sz="1300">
              <a:ea typeface="Verdana" pitchFamily="34" charset="0"/>
              <a:cs typeface="Verdana" pitchFamily="34" charset="0"/>
            </a:endParaRPr>
          </a:p>
        </p:txBody>
      </p:sp>
      <p:sp>
        <p:nvSpPr>
          <p:cNvPr id="4" name="Slide Number Placeholder 3"/>
          <p:cNvSpPr>
            <a:spLocks noGrp="1"/>
          </p:cNvSpPr>
          <p:nvPr>
            <p:ph type="sldNum" sz="quarter" idx="5"/>
          </p:nvPr>
        </p:nvSpPr>
        <p:spPr/>
        <p:txBody>
          <a:bodyPr/>
          <a:lstStyle/>
          <a:p>
            <a:fld id="{F00EBA6F-7B3C-40A0-A697-58A807823717}" type="slidenum">
              <a:rPr lang="en-US" smtClean="0"/>
              <a:pPr/>
              <a:t>8</a:t>
            </a:fld>
            <a:endParaRPr lang="en-US"/>
          </a:p>
        </p:txBody>
      </p:sp>
    </p:spTree>
    <p:extLst>
      <p:ext uri="{BB962C8B-B14F-4D97-AF65-F5344CB8AC3E}">
        <p14:creationId xmlns:p14="http://schemas.microsoft.com/office/powerpoint/2010/main" val="197188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BCFC4EC7-6794-402D-B5F2-CB0ED676EEEA}" type="slidenum">
              <a:rPr lang="en-US">
                <a:solidFill>
                  <a:prstClr val="black"/>
                </a:solidFill>
              </a:rPr>
              <a:pPr/>
              <a:t>9</a:t>
            </a:fld>
            <a:endParaRPr lang="en-US">
              <a:solidFill>
                <a:prstClr val="black"/>
              </a:solidFill>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r>
              <a:rPr lang="en-US"/>
              <a:t>Our Benson Warehouse is used to store both raw materials (parts and components) and finished goods.  It’s located about 27 miles from our facility and takes about 30 – 45 minutes to travel to and from Turf Care.  We have shuttles running every hour either delivering parts or picking up new finished product.  The Benson warehouse is conveniently located for both ground and rail transportation to ship  our equipment to the dealer market.</a:t>
            </a:r>
          </a:p>
          <a:p>
            <a:pPr eaLnBrk="1" hangingPunct="1"/>
            <a:endParaRPr lang="en-US"/>
          </a:p>
          <a:p>
            <a:pPr eaLnBrk="1" hangingPunct="1"/>
            <a:r>
              <a:rPr lang="en-US"/>
              <a:t>Cary office</a:t>
            </a:r>
          </a:p>
          <a:p>
            <a:pPr eaLnBrk="1" hangingPunct="1"/>
            <a:r>
              <a:rPr lang="en-US"/>
              <a:t>Has engineering, software development, marketing</a:t>
            </a:r>
          </a:p>
          <a:p>
            <a:pPr eaLnBrk="1" hangingPunct="1"/>
            <a:r>
              <a:rPr lang="en-US"/>
              <a:t>Supports TC and other factories within our division</a:t>
            </a:r>
          </a:p>
        </p:txBody>
      </p:sp>
    </p:spTree>
    <p:extLst>
      <p:ext uri="{BB962C8B-B14F-4D97-AF65-F5344CB8AC3E}">
        <p14:creationId xmlns:p14="http://schemas.microsoft.com/office/powerpoint/2010/main" val="16837549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00EBA6F-7B3C-40A0-A697-58A807823717}" type="slidenum">
              <a:rPr lang="en-US" smtClean="0"/>
              <a:pPr/>
              <a:t>10</a:t>
            </a:fld>
            <a:endParaRPr lang="en-US"/>
          </a:p>
        </p:txBody>
      </p:sp>
    </p:spTree>
    <p:extLst>
      <p:ext uri="{BB962C8B-B14F-4D97-AF65-F5344CB8AC3E}">
        <p14:creationId xmlns:p14="http://schemas.microsoft.com/office/powerpoint/2010/main" val="12436663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Green and Yellow">
    <p:spTree>
      <p:nvGrpSpPr>
        <p:cNvPr id="1" name=""/>
        <p:cNvGrpSpPr/>
        <p:nvPr/>
      </p:nvGrpSpPr>
      <p:grpSpPr>
        <a:xfrm>
          <a:off x="0" y="0"/>
          <a:ext cx="0" cy="0"/>
          <a:chOff x="0" y="0"/>
          <a:chExt cx="0" cy="0"/>
        </a:xfrm>
      </p:grpSpPr>
      <p:sp>
        <p:nvSpPr>
          <p:cNvPr id="12" name="Text Placeholder 11"/>
          <p:cNvSpPr>
            <a:spLocks noGrp="1"/>
          </p:cNvSpPr>
          <p:nvPr>
            <p:ph type="body" sz="quarter" idx="10" hasCustomPrompt="1"/>
          </p:nvPr>
        </p:nvSpPr>
        <p:spPr>
          <a:xfrm>
            <a:off x="1139825" y="916353"/>
            <a:ext cx="7661275" cy="455247"/>
          </a:xfrm>
        </p:spPr>
        <p:txBody>
          <a:bodyPr/>
          <a:lstStyle>
            <a:lvl1pPr>
              <a:lnSpc>
                <a:spcPts val="1800"/>
              </a:lnSpc>
              <a:spcBef>
                <a:spcPts val="0"/>
              </a:spcBef>
              <a:defRPr sz="1800"/>
            </a:lvl1pPr>
          </a:lstStyle>
          <a:p>
            <a:pPr lvl="0"/>
            <a:r>
              <a:rPr lang="en-US"/>
              <a:t>NCSU Capstone Senior Design Project</a:t>
            </a:r>
          </a:p>
        </p:txBody>
      </p:sp>
      <p:sp>
        <p:nvSpPr>
          <p:cNvPr id="13" name="Title 1"/>
          <p:cNvSpPr>
            <a:spLocks noGrp="1"/>
          </p:cNvSpPr>
          <p:nvPr>
            <p:ph type="ctrTitle" hasCustomPrompt="1"/>
          </p:nvPr>
        </p:nvSpPr>
        <p:spPr>
          <a:xfrm>
            <a:off x="1139825" y="463549"/>
            <a:ext cx="7661275" cy="431801"/>
          </a:xfrm>
        </p:spPr>
        <p:txBody>
          <a:bodyPr>
            <a:normAutofit/>
          </a:bodyPr>
          <a:lstStyle>
            <a:lvl1pPr algn="l">
              <a:lnSpc>
                <a:spcPts val="2600"/>
              </a:lnSpc>
              <a:defRPr lang="en-US" sz="1400" b="1" smtClean="0">
                <a:effectLst/>
              </a:defRPr>
            </a:lvl1pPr>
          </a:lstStyle>
          <a:p>
            <a:r>
              <a:rPr lang="en-US" sz="1400" b="1">
                <a:effectLst/>
                <a:latin typeface="Arial" charset="0"/>
                <a:ea typeface="Calibri" panose="020F0502020204030204" pitchFamily="34" charset="0"/>
                <a:cs typeface="Times New Roman" panose="02020603050405020304" pitchFamily="18" charset="0"/>
              </a:rPr>
              <a:t>Automatic Grass Catcher Cleanout</a:t>
            </a:r>
            <a:endParaRPr lang="en-US"/>
          </a:p>
        </p:txBody>
      </p:sp>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9312274" y="254889"/>
            <a:ext cx="2876551" cy="1155192"/>
          </a:xfrm>
          <a:prstGeom prst="rect">
            <a:avLst/>
          </a:prstGeom>
        </p:spPr>
      </p:pic>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of Tex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1 Column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aseline="0"/>
            </a:lvl1pPr>
            <a:lvl2pPr>
              <a:defRPr sz="2000" baseline="0"/>
            </a:lvl2pPr>
            <a:lvl3pPr indent="-201168">
              <a:defRPr sz="2000" baseline="0"/>
            </a:lvl3pPr>
            <a:lvl4pPr indent="-228600">
              <a:defRPr sz="2000" baseline="0"/>
            </a:lvl4pPr>
            <a:lvl5pPr indent="-201168">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Text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1" baseline="0"/>
            </a:lvl1pPr>
            <a:lvl2pPr marL="0" indent="0">
              <a:buFontTx/>
              <a:buNone/>
              <a:defRPr sz="2000" baseline="0"/>
            </a:lvl2pPr>
            <a:lvl3pPr marL="320040" marR="0" indent="-228600" algn="l" defTabSz="914400" rtl="0" eaLnBrk="1" fontAlgn="base" latinLnBrk="0" hangingPunct="1">
              <a:lnSpc>
                <a:spcPct val="110000"/>
              </a:lnSpc>
              <a:spcBef>
                <a:spcPct val="0"/>
              </a:spcBef>
              <a:spcAft>
                <a:spcPts val="900"/>
              </a:spcAft>
              <a:buClrTx/>
              <a:buSzTx/>
              <a:buFont typeface=".AppleSystemUIFont" charset="-120"/>
              <a:buChar char="–"/>
              <a:tabLst/>
              <a:defRPr sz="2000" baseline="0"/>
            </a:lvl3pPr>
            <a:lvl4pPr marL="640080" indent="-201168">
              <a:buFont typeface="Arial" charset="0"/>
              <a:buChar char="•"/>
              <a:defRPr sz="2000" baseline="0"/>
            </a:lvl4pPr>
            <a:lvl5pPr marL="969264" indent="-228600">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0"/>
          </p:nvPr>
        </p:nvSpPr>
        <p:spPr>
          <a:xfrm>
            <a:off x="5648325" y="1536700"/>
            <a:ext cx="4279900"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s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p:cNvSpPr>
            <a:spLocks noGrp="1"/>
          </p:cNvSpPr>
          <p:nvPr>
            <p:ph idx="10"/>
          </p:nvPr>
        </p:nvSpPr>
        <p:spPr>
          <a:xfrm>
            <a:off x="5648326" y="1536700"/>
            <a:ext cx="4279900"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9" name="Text Placeholder 11"/>
          <p:cNvSpPr>
            <a:spLocks noGrp="1"/>
          </p:cNvSpPr>
          <p:nvPr>
            <p:ph type="body" sz="quarter" idx="11"/>
          </p:nvPr>
        </p:nvSpPr>
        <p:spPr>
          <a:xfrm>
            <a:off x="1139825" y="822325"/>
            <a:ext cx="8788402" cy="450850"/>
          </a:xfrm>
        </p:spPr>
        <p:txBody>
          <a:bodyPr/>
          <a:lstStyle>
            <a:lvl1pPr>
              <a:lnSpc>
                <a:spcPct val="110000"/>
              </a:lnSpc>
              <a:spcBef>
                <a:spcPts val="0"/>
              </a:spcBef>
              <a:defRPr sz="2200"/>
            </a:lvl1pPr>
          </a:lstStyle>
          <a:p>
            <a:pPr lvl="0"/>
            <a:r>
              <a:rPr lang="en-US"/>
              <a:t>Click to edit Master text styles</a:t>
            </a:r>
          </a:p>
        </p:txBody>
      </p:sp>
      <p:sp>
        <p:nvSpPr>
          <p:cNvPr id="4" name="Content Placeholder 3"/>
          <p:cNvSpPr>
            <a:spLocks noGrp="1"/>
          </p:cNvSpPr>
          <p:nvPr>
            <p:ph sz="quarter" idx="12" hasCustomPrompt="1"/>
          </p:nvPr>
        </p:nvSpPr>
        <p:spPr>
          <a:xfrm>
            <a:off x="-1" y="1600200"/>
            <a:ext cx="1218882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1 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5407025" cy="450850"/>
          </a:xfrm>
        </p:spPr>
        <p:txBody>
          <a:bodyPr/>
          <a:lstStyle>
            <a:lvl1pPr>
              <a:lnSpc>
                <a:spcPct val="110000"/>
              </a:lnSpc>
              <a:spcBef>
                <a:spcPts val="0"/>
              </a:spcBef>
              <a:defRPr sz="2200"/>
            </a:lvl1pPr>
          </a:lstStyle>
          <a:p>
            <a:pPr lvl="0"/>
            <a:r>
              <a:rPr lang="en-US"/>
              <a:t>Click to edit Master text styles</a:t>
            </a:r>
          </a:p>
        </p:txBody>
      </p:sp>
      <p:sp>
        <p:nvSpPr>
          <p:cNvPr id="6" name="Content Placeholder 3"/>
          <p:cNvSpPr>
            <a:spLocks noGrp="1"/>
          </p:cNvSpPr>
          <p:nvPr>
            <p:ph sz="quarter" idx="12" hasCustomPrompt="1"/>
          </p:nvPr>
        </p:nvSpPr>
        <p:spPr>
          <a:xfrm>
            <a:off x="6775450" y="0"/>
            <a:ext cx="5413374" cy="64008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1 Smal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4" y="1536700"/>
            <a:ext cx="5407026"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
        <p:nvSpPr>
          <p:cNvPr id="9" name="Content Placeholder 3"/>
          <p:cNvSpPr>
            <a:spLocks noGrp="1"/>
          </p:cNvSpPr>
          <p:nvPr>
            <p:ph sz="quarter" idx="12" hasCustomPrompt="1"/>
          </p:nvPr>
        </p:nvSpPr>
        <p:spPr>
          <a:xfrm>
            <a:off x="6775450" y="1600200"/>
            <a:ext cx="5413374" cy="29654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xtreme Horizonta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6" y="1536700"/>
            <a:ext cx="8788400" cy="14414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6" name="Content Placeholder 3"/>
          <p:cNvSpPr>
            <a:spLocks noGrp="1"/>
          </p:cNvSpPr>
          <p:nvPr>
            <p:ph sz="quarter" idx="12" hasCustomPrompt="1"/>
          </p:nvPr>
        </p:nvSpPr>
        <p:spPr>
          <a:xfrm>
            <a:off x="0" y="3206750"/>
            <a:ext cx="12188825" cy="31940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Photos and Caption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6" name="Picture Placeholder 2"/>
          <p:cNvSpPr>
            <a:spLocks noGrp="1"/>
          </p:cNvSpPr>
          <p:nvPr>
            <p:ph type="pic" sz="quarter" idx="10" hasCustomPrompt="1"/>
          </p:nvPr>
        </p:nvSpPr>
        <p:spPr>
          <a:xfrm>
            <a:off x="0" y="1600200"/>
            <a:ext cx="41275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7" name="Picture Placeholder 2"/>
          <p:cNvSpPr>
            <a:spLocks noGrp="1"/>
          </p:cNvSpPr>
          <p:nvPr>
            <p:ph type="pic" sz="quarter" idx="16" hasCustomPrompt="1"/>
          </p:nvPr>
        </p:nvSpPr>
        <p:spPr>
          <a:xfrm>
            <a:off x="4368800" y="1600200"/>
            <a:ext cx="34417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8" name="Picture Placeholder 2"/>
          <p:cNvSpPr>
            <a:spLocks noGrp="1"/>
          </p:cNvSpPr>
          <p:nvPr>
            <p:ph type="pic" sz="quarter" idx="17" hasCustomPrompt="1"/>
          </p:nvPr>
        </p:nvSpPr>
        <p:spPr>
          <a:xfrm>
            <a:off x="8045450" y="1600200"/>
            <a:ext cx="4143375"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9" name="Content Placeholder 2"/>
          <p:cNvSpPr>
            <a:spLocks noGrp="1"/>
          </p:cNvSpPr>
          <p:nvPr>
            <p:ph idx="1"/>
          </p:nvPr>
        </p:nvSpPr>
        <p:spPr>
          <a:xfrm>
            <a:off x="669925"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0" name="Content Placeholder 2"/>
          <p:cNvSpPr>
            <a:spLocks noGrp="1"/>
          </p:cNvSpPr>
          <p:nvPr>
            <p:ph idx="18"/>
          </p:nvPr>
        </p:nvSpPr>
        <p:spPr>
          <a:xfrm>
            <a:off x="4368799"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1" name="Content Placeholder 2"/>
          <p:cNvSpPr>
            <a:spLocks noGrp="1"/>
          </p:cNvSpPr>
          <p:nvPr>
            <p:ph idx="19"/>
          </p:nvPr>
        </p:nvSpPr>
        <p:spPr>
          <a:xfrm>
            <a:off x="8045450"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3" name="Text Placeholder 11"/>
          <p:cNvSpPr>
            <a:spLocks noGrp="1"/>
          </p:cNvSpPr>
          <p:nvPr>
            <p:ph type="body" sz="quarter" idx="2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spcBef>
                <a:spcPts val="1200"/>
              </a:spcBef>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p:nvPr>
        </p:nvSpPr>
        <p:spPr>
          <a:xfrm>
            <a:off x="1139825" y="822324"/>
            <a:ext cx="5407025" cy="549275"/>
          </a:xfrm>
        </p:spPr>
        <p:txBody>
          <a:bodyPr/>
          <a:lstStyle>
            <a:lvl1pPr>
              <a:lnSpc>
                <a:spcPct val="110000"/>
              </a:lnSpc>
              <a:spcBef>
                <a:spcPts val="0"/>
              </a:spcBef>
              <a:defRPr sz="2200"/>
            </a:lvl1pPr>
          </a:lstStyle>
          <a:p>
            <a:pPr lvl="0"/>
            <a:r>
              <a:rPr lang="en-US"/>
              <a:t>Click to edit Master text styles</a:t>
            </a:r>
          </a:p>
        </p:txBody>
      </p:sp>
      <p:sp>
        <p:nvSpPr>
          <p:cNvPr id="10" name="Content Placeholder 3"/>
          <p:cNvSpPr>
            <a:spLocks noGrp="1"/>
          </p:cNvSpPr>
          <p:nvPr>
            <p:ph sz="quarter" idx="12" hasCustomPrompt="1"/>
          </p:nvPr>
        </p:nvSpPr>
        <p:spPr>
          <a:xfrm>
            <a:off x="6775450" y="0"/>
            <a:ext cx="5413374" cy="29781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2" name="Content Placeholder 3"/>
          <p:cNvSpPr>
            <a:spLocks noGrp="1"/>
          </p:cNvSpPr>
          <p:nvPr>
            <p:ph sz="quarter" idx="15" hasCustomPrompt="1"/>
          </p:nvPr>
        </p:nvSpPr>
        <p:spPr>
          <a:xfrm>
            <a:off x="6775451" y="3200400"/>
            <a:ext cx="5413374" cy="32004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8" name="Text Placeholder 11"/>
          <p:cNvSpPr>
            <a:spLocks noGrp="1"/>
          </p:cNvSpPr>
          <p:nvPr>
            <p:ph type="body" sz="quarter" idx="12"/>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7" name="Content Placeholder 3"/>
          <p:cNvSpPr>
            <a:spLocks noGrp="1"/>
          </p:cNvSpPr>
          <p:nvPr>
            <p:ph sz="quarter" idx="15" hasCustomPrompt="1"/>
          </p:nvPr>
        </p:nvSpPr>
        <p:spPr>
          <a:xfrm>
            <a:off x="6775451" y="1600200"/>
            <a:ext cx="5413374"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0" name="Content Placeholder 3"/>
          <p:cNvSpPr>
            <a:spLocks noGrp="1"/>
          </p:cNvSpPr>
          <p:nvPr>
            <p:ph sz="quarter" idx="16" hasCustomPrompt="1"/>
          </p:nvPr>
        </p:nvSpPr>
        <p:spPr>
          <a:xfrm>
            <a:off x="0" y="1600200"/>
            <a:ext cx="6546850"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0"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11" name="Content Placeholder 3"/>
          <p:cNvSpPr>
            <a:spLocks noGrp="1"/>
          </p:cNvSpPr>
          <p:nvPr>
            <p:ph sz="quarter" idx="16" hasCustomPrompt="1"/>
          </p:nvPr>
        </p:nvSpPr>
        <p:spPr>
          <a:xfrm>
            <a:off x="-1" y="1600200"/>
            <a:ext cx="767397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4" name="Content Placeholder 3"/>
          <p:cNvSpPr>
            <a:spLocks noGrp="1"/>
          </p:cNvSpPr>
          <p:nvPr>
            <p:ph sz="quarter" idx="12" hasCustomPrompt="1"/>
          </p:nvPr>
        </p:nvSpPr>
        <p:spPr>
          <a:xfrm>
            <a:off x="7902576" y="1600200"/>
            <a:ext cx="4286248" cy="2032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5" name="Content Placeholder 3"/>
          <p:cNvSpPr>
            <a:spLocks noGrp="1"/>
          </p:cNvSpPr>
          <p:nvPr>
            <p:ph sz="quarter" idx="15" hasCustomPrompt="1"/>
          </p:nvPr>
        </p:nvSpPr>
        <p:spPr>
          <a:xfrm>
            <a:off x="7902575" y="3860800"/>
            <a:ext cx="4286249" cy="2540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7"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9" name="Content Placeholder 3"/>
          <p:cNvSpPr>
            <a:spLocks noGrp="1"/>
          </p:cNvSpPr>
          <p:nvPr>
            <p:ph sz="quarter" idx="18" hasCustomPrompt="1"/>
          </p:nvPr>
        </p:nvSpPr>
        <p:spPr>
          <a:xfrm>
            <a:off x="1139825" y="1606551"/>
            <a:ext cx="9915524" cy="4571999"/>
          </a:xfrm>
          <a:solidFill>
            <a:schemeClr val="tx1">
              <a:lumMod val="65000"/>
              <a:lumOff val="35000"/>
            </a:schemeClr>
          </a:solidFill>
        </p:spPr>
        <p:txBody>
          <a:bodyPr anchor="ctr" anchorCtr="1"/>
          <a:lstStyle>
            <a:lvl1pPr algn="ctr">
              <a:defRPr b="1" baseline="0">
                <a:solidFill>
                  <a:schemeClr val="bg1"/>
                </a:solidFill>
              </a:defRPr>
            </a:lvl1pPr>
          </a:lstStyle>
          <a:p>
            <a:r>
              <a:rPr lang="en-US"/>
              <a:t>Click to insert photo, video</a:t>
            </a:r>
            <a:br>
              <a:rPr lang="en-US"/>
            </a:br>
            <a:r>
              <a:rPr lang="en-US"/>
              <a:t>or other graphic here.</a:t>
            </a:r>
          </a:p>
          <a:p>
            <a:endParaRPr lang="en-US"/>
          </a:p>
          <a:p>
            <a:r>
              <a:rPr lang="en-US"/>
              <a:t>Tips: Charts should not fill the slide.</a:t>
            </a:r>
          </a:p>
          <a:p>
            <a:r>
              <a:rPr lang="en-US"/>
              <a:t>Leave space around charts to make them</a:t>
            </a:r>
            <a:br>
              <a:rPr lang="en-US"/>
            </a:br>
            <a:r>
              <a:rPr lang="en-US"/>
              <a:t>more comfortable to read.</a:t>
            </a:r>
          </a:p>
          <a:p>
            <a:r>
              <a:rPr lang="en-US"/>
              <a:t>Don’t extend charts beyond this box.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tx1"/>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139825" y="1606550"/>
            <a:ext cx="8788400" cy="1470025"/>
          </a:xfrm>
        </p:spPr>
        <p:txBody>
          <a:bodyPr anchor="b" anchorCtr="0">
            <a:noAutofit/>
          </a:bodyPr>
          <a:lstStyle>
            <a:lvl1pPr algn="l">
              <a:lnSpc>
                <a:spcPct val="100000"/>
              </a:lnSpc>
              <a:defRPr sz="3400" b="0" cap="none">
                <a:solidFill>
                  <a:schemeClr val="bg1"/>
                </a:solidFill>
              </a:defRPr>
            </a:lvl1pPr>
          </a:lstStyle>
          <a:p>
            <a:r>
              <a:rPr lang="en-US"/>
              <a:t>Click to edit master title style</a:t>
            </a:r>
          </a:p>
        </p:txBody>
      </p:sp>
      <p:sp>
        <p:nvSpPr>
          <p:cNvPr id="9" name="Text Placeholder 2"/>
          <p:cNvSpPr>
            <a:spLocks noGrp="1"/>
          </p:cNvSpPr>
          <p:nvPr>
            <p:ph type="body" idx="1" hasCustomPrompt="1"/>
          </p:nvPr>
        </p:nvSpPr>
        <p:spPr>
          <a:xfrm>
            <a:off x="1139825" y="3121025"/>
            <a:ext cx="8788400" cy="1685925"/>
          </a:xfrm>
        </p:spPr>
        <p:txBody>
          <a:bodyPr anchor="t" anchorCtr="0">
            <a:noAutofit/>
          </a:bodyPr>
          <a:lstStyle>
            <a:lvl1pPr marL="0" indent="0">
              <a:lnSpc>
                <a:spcPct val="110000"/>
              </a:lnSpc>
              <a:spcBef>
                <a:spcPts val="0"/>
              </a:spcBef>
              <a:buNone/>
              <a:defRPr sz="26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_Title and Table">
    <p:bg>
      <p:bgPr>
        <a:solidFill>
          <a:schemeClr val="bg1"/>
        </a:solidFill>
        <a:effectLst/>
      </p:bgPr>
    </p:bg>
    <p:spTree>
      <p:nvGrpSpPr>
        <p:cNvPr id="1" name=""/>
        <p:cNvGrpSpPr/>
        <p:nvPr/>
      </p:nvGrpSpPr>
      <p:grpSpPr>
        <a:xfrm>
          <a:off x="0" y="0"/>
          <a:ext cx="0" cy="0"/>
          <a:chOff x="0" y="0"/>
          <a:chExt cx="0" cy="0"/>
        </a:xfrm>
      </p:grpSpPr>
      <p:pic>
        <p:nvPicPr>
          <p:cNvPr id="4" name="Picture Placeholder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88824" cy="6858000"/>
          </a:xfrm>
          <a:prstGeom prst="rect">
            <a:avLst/>
          </a:prstGeom>
        </p:spPr>
      </p:pic>
      <p:sp>
        <p:nvSpPr>
          <p:cNvPr id="5" name="Content Placeholder 20"/>
          <p:cNvSpPr>
            <a:spLocks noGrp="1"/>
          </p:cNvSpPr>
          <p:nvPr>
            <p:ph sz="quarter" idx="12" hasCustomPrompt="1"/>
          </p:nvPr>
        </p:nvSpPr>
        <p:spPr>
          <a:xfrm>
            <a:off x="908050" y="-1"/>
            <a:ext cx="3616323" cy="6857549"/>
          </a:xfrm>
          <a:prstGeom prst="rect">
            <a:avLst/>
          </a:prstGeom>
          <a:solidFill>
            <a:schemeClr val="bg1">
              <a:alpha val="80000"/>
            </a:schemeClr>
          </a:solidFill>
        </p:spPr>
        <p:txBody>
          <a:bodyPr vert="horz"/>
          <a:lstStyle/>
          <a:p>
            <a:pPr lvl="0"/>
            <a:r>
              <a:rPr lang="en-US"/>
              <a:t>   </a:t>
            </a:r>
          </a:p>
        </p:txBody>
      </p:sp>
      <p:sp>
        <p:nvSpPr>
          <p:cNvPr id="8" name="Title 1"/>
          <p:cNvSpPr>
            <a:spLocks noGrp="1"/>
          </p:cNvSpPr>
          <p:nvPr>
            <p:ph type="title" hasCustomPrompt="1"/>
          </p:nvPr>
        </p:nvSpPr>
        <p:spPr>
          <a:xfrm>
            <a:off x="1139825" y="638175"/>
            <a:ext cx="3152775" cy="396875"/>
          </a:xfrm>
        </p:spPr>
        <p:txBody>
          <a:bodyPr anchor="t" anchorCtr="0">
            <a:noAutofit/>
          </a:bodyPr>
          <a:lstStyle>
            <a:lvl1pPr algn="l">
              <a:lnSpc>
                <a:spcPct val="100000"/>
              </a:lnSpc>
              <a:defRPr sz="2000" b="0" cap="none">
                <a:solidFill>
                  <a:schemeClr val="accent1"/>
                </a:solidFill>
              </a:defRPr>
            </a:lvl1pPr>
          </a:lstStyle>
          <a:p>
            <a:r>
              <a:rPr lang="en-US"/>
              <a:t>JUMP HEAD</a:t>
            </a:r>
          </a:p>
        </p:txBody>
      </p:sp>
      <p:sp>
        <p:nvSpPr>
          <p:cNvPr id="9" name="Text Placeholder 2"/>
          <p:cNvSpPr>
            <a:spLocks noGrp="1"/>
          </p:cNvSpPr>
          <p:nvPr>
            <p:ph type="body" idx="1" hasCustomPrompt="1"/>
          </p:nvPr>
        </p:nvSpPr>
        <p:spPr>
          <a:xfrm>
            <a:off x="1139825" y="3133725"/>
            <a:ext cx="3152775" cy="3044825"/>
          </a:xfrm>
        </p:spPr>
        <p:txBody>
          <a:bodyPr anchor="t" anchorCtr="0">
            <a:noAutofit/>
          </a:bodyPr>
          <a:lstStyle>
            <a:lvl1pPr marL="0" indent="0">
              <a:lnSpc>
                <a:spcPct val="110000"/>
              </a:lnSpc>
              <a:spcBef>
                <a:spcPts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Title 1"/>
          <p:cNvSpPr txBox="1">
            <a:spLocks/>
          </p:cNvSpPr>
          <p:nvPr userDrawn="1"/>
        </p:nvSpPr>
        <p:spPr bwMode="auto">
          <a:xfrm>
            <a:off x="1139825" y="1504950"/>
            <a:ext cx="3152775" cy="1473200"/>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lgn="l" rtl="0" fontAlgn="base">
              <a:lnSpc>
                <a:spcPct val="100000"/>
              </a:lnSpc>
              <a:spcBef>
                <a:spcPct val="0"/>
              </a:spcBef>
              <a:spcAft>
                <a:spcPct val="0"/>
              </a:spcAft>
              <a:defRPr sz="2000" b="0" i="0" cap="none" spc="40" baseline="0">
                <a:solidFill>
                  <a:schemeClr val="accent2"/>
                </a:solidFill>
                <a:latin typeface="Arial" charset="0"/>
                <a:ea typeface="Arial" charset="0"/>
                <a:cs typeface="Arial" charset="0"/>
              </a:defRPr>
            </a:lvl1pPr>
            <a:lvl2pPr algn="l" rtl="0" fontAlgn="base">
              <a:lnSpc>
                <a:spcPct val="90000"/>
              </a:lnSpc>
              <a:spcBef>
                <a:spcPct val="0"/>
              </a:spcBef>
              <a:spcAft>
                <a:spcPct val="0"/>
              </a:spcAft>
              <a:defRPr sz="2400" b="1">
                <a:solidFill>
                  <a:srgbClr val="367C2B"/>
                </a:solidFill>
                <a:latin typeface="Verdana" pitchFamily="34" charset="0"/>
              </a:defRPr>
            </a:lvl2pPr>
            <a:lvl3pPr algn="l" rtl="0" fontAlgn="base">
              <a:lnSpc>
                <a:spcPct val="90000"/>
              </a:lnSpc>
              <a:spcBef>
                <a:spcPct val="0"/>
              </a:spcBef>
              <a:spcAft>
                <a:spcPct val="0"/>
              </a:spcAft>
              <a:defRPr sz="2400" b="1">
                <a:solidFill>
                  <a:srgbClr val="367C2B"/>
                </a:solidFill>
                <a:latin typeface="Verdana" pitchFamily="34" charset="0"/>
              </a:defRPr>
            </a:lvl3pPr>
            <a:lvl4pPr algn="l" rtl="0" fontAlgn="base">
              <a:lnSpc>
                <a:spcPct val="90000"/>
              </a:lnSpc>
              <a:spcBef>
                <a:spcPct val="0"/>
              </a:spcBef>
              <a:spcAft>
                <a:spcPct val="0"/>
              </a:spcAft>
              <a:defRPr sz="2400" b="1">
                <a:solidFill>
                  <a:srgbClr val="367C2B"/>
                </a:solidFill>
                <a:latin typeface="Verdana" pitchFamily="34" charset="0"/>
              </a:defRPr>
            </a:lvl4pPr>
            <a:lvl5pPr algn="l" rtl="0" fontAlgn="base">
              <a:lnSpc>
                <a:spcPct val="90000"/>
              </a:lnSpc>
              <a:spcBef>
                <a:spcPct val="0"/>
              </a:spcBef>
              <a:spcAft>
                <a:spcPct val="0"/>
              </a:spcAft>
              <a:defRPr sz="2400" b="1">
                <a:solidFill>
                  <a:srgbClr val="367C2B"/>
                </a:solidFill>
                <a:latin typeface="Verdana" pitchFamily="34" charset="0"/>
              </a:defRPr>
            </a:lvl5pPr>
            <a:lvl6pPr marL="457200" algn="l" rtl="0" fontAlgn="base">
              <a:lnSpc>
                <a:spcPct val="90000"/>
              </a:lnSpc>
              <a:spcBef>
                <a:spcPct val="0"/>
              </a:spcBef>
              <a:spcAft>
                <a:spcPct val="0"/>
              </a:spcAft>
              <a:defRPr sz="2400" b="1">
                <a:solidFill>
                  <a:srgbClr val="367C2B"/>
                </a:solidFill>
                <a:latin typeface="Verdana" pitchFamily="34" charset="0"/>
              </a:defRPr>
            </a:lvl6pPr>
            <a:lvl7pPr marL="914400" algn="l" rtl="0" fontAlgn="base">
              <a:lnSpc>
                <a:spcPct val="90000"/>
              </a:lnSpc>
              <a:spcBef>
                <a:spcPct val="0"/>
              </a:spcBef>
              <a:spcAft>
                <a:spcPct val="0"/>
              </a:spcAft>
              <a:defRPr sz="2400" b="1">
                <a:solidFill>
                  <a:srgbClr val="367C2B"/>
                </a:solidFill>
                <a:latin typeface="Verdana" pitchFamily="34" charset="0"/>
              </a:defRPr>
            </a:lvl7pPr>
            <a:lvl8pPr marL="1371600" algn="l" rtl="0" fontAlgn="base">
              <a:lnSpc>
                <a:spcPct val="90000"/>
              </a:lnSpc>
              <a:spcBef>
                <a:spcPct val="0"/>
              </a:spcBef>
              <a:spcAft>
                <a:spcPct val="0"/>
              </a:spcAft>
              <a:defRPr sz="2400" b="1">
                <a:solidFill>
                  <a:srgbClr val="367C2B"/>
                </a:solidFill>
                <a:latin typeface="Verdana" pitchFamily="34" charset="0"/>
              </a:defRPr>
            </a:lvl8pPr>
            <a:lvl9pPr marL="1828800" algn="l" rtl="0" fontAlgn="base">
              <a:lnSpc>
                <a:spcPct val="90000"/>
              </a:lnSpc>
              <a:spcBef>
                <a:spcPct val="0"/>
              </a:spcBef>
              <a:spcAft>
                <a:spcPct val="0"/>
              </a:spcAft>
              <a:defRPr sz="2400" b="1">
                <a:solidFill>
                  <a:srgbClr val="367C2B"/>
                </a:solidFill>
                <a:latin typeface="Verdana" pitchFamily="34" charset="0"/>
              </a:defRPr>
            </a:lvl9pPr>
          </a:lstStyle>
          <a:p>
            <a:pPr>
              <a:lnSpc>
                <a:spcPct val="100000"/>
              </a:lnSpc>
            </a:pPr>
            <a:r>
              <a:rPr lang="en-US" sz="3200" kern="0">
                <a:solidFill>
                  <a:schemeClr val="accent1"/>
                </a:solidFill>
              </a:rPr>
              <a:t>An option for divider slides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_Green and Yellow">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12189" y="2266638"/>
            <a:ext cx="6178296" cy="1898904"/>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Blank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393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Our Baseline">
    <p:bg>
      <p:bgPr>
        <a:solidFill>
          <a:schemeClr val="tx1"/>
        </a:solidFill>
        <a:effectLst/>
      </p:bgPr>
    </p:bg>
    <p:spTree>
      <p:nvGrpSpPr>
        <p:cNvPr id="1" name=""/>
        <p:cNvGrpSpPr/>
        <p:nvPr/>
      </p:nvGrpSpPr>
      <p:grpSpPr>
        <a:xfrm>
          <a:off x="0" y="0"/>
          <a:ext cx="0" cy="0"/>
          <a:chOff x="0" y="0"/>
          <a:chExt cx="0" cy="0"/>
        </a:xfrm>
      </p:grpSpPr>
      <p:pic>
        <p:nvPicPr>
          <p:cNvPr id="8" name="Picture 7" descr="A close-up of a green and yellow vehicle&#10;&#10;Description automatically generated">
            <a:extLst>
              <a:ext uri="{FF2B5EF4-FFF2-40B4-BE49-F238E27FC236}">
                <a16:creationId xmlns:a16="http://schemas.microsoft.com/office/drawing/2014/main" id="{3BD67640-4EAE-4099-4F52-49A5FA3E7321}"/>
              </a:ext>
            </a:extLst>
          </p:cNvPr>
          <p:cNvPicPr>
            <a:picLocks noChangeAspect="1"/>
          </p:cNvPicPr>
          <p:nvPr userDrawn="1"/>
        </p:nvPicPr>
        <p:blipFill>
          <a:blip r:embed="rId2"/>
          <a:stretch>
            <a:fillRect/>
          </a:stretch>
        </p:blipFill>
        <p:spPr>
          <a:xfrm>
            <a:off x="0" y="893"/>
            <a:ext cx="12188825" cy="6856214"/>
          </a:xfrm>
          <a:prstGeom prst="rect">
            <a:avLst/>
          </a:prstGeom>
        </p:spPr>
      </p:pic>
      <p:sp>
        <p:nvSpPr>
          <p:cNvPr id="3" name="Rectangle 2">
            <a:extLst>
              <a:ext uri="{FF2B5EF4-FFF2-40B4-BE49-F238E27FC236}">
                <a16:creationId xmlns:a16="http://schemas.microsoft.com/office/drawing/2014/main" id="{DD088D26-1941-672A-1FA3-25A158CE73E7}"/>
              </a:ext>
            </a:extLst>
          </p:cNvPr>
          <p:cNvSpPr/>
          <p:nvPr userDrawn="1"/>
        </p:nvSpPr>
        <p:spPr>
          <a:xfrm>
            <a:off x="2245414" y="3104124"/>
            <a:ext cx="4584594" cy="3228253"/>
          </a:xfrm>
          <a:prstGeom prst="rect">
            <a:avLst/>
          </a:prstGeom>
          <a:noFill/>
          <a:ln w="12700">
            <a:solidFill>
              <a:schemeClr val="bg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lnSpc>
                <a:spcPct val="110000"/>
              </a:lnSpc>
              <a:spcAft>
                <a:spcPts val="900"/>
              </a:spcAft>
            </a:pPr>
            <a:endParaRPr lang="en-US" sz="2000" b="0" spc="40">
              <a:solidFill>
                <a:srgbClr val="000000"/>
              </a:solidFill>
              <a:latin typeface="Arial" charset="0"/>
            </a:endParaRPr>
          </a:p>
        </p:txBody>
      </p:sp>
      <p:sp>
        <p:nvSpPr>
          <p:cNvPr id="4" name="Text Placeholder 11">
            <a:extLst>
              <a:ext uri="{FF2B5EF4-FFF2-40B4-BE49-F238E27FC236}">
                <a16:creationId xmlns:a16="http://schemas.microsoft.com/office/drawing/2014/main" id="{427B6E62-D488-FEC1-6D71-5DBB58ECF12E}"/>
              </a:ext>
            </a:extLst>
          </p:cNvPr>
          <p:cNvSpPr>
            <a:spLocks noGrp="1"/>
          </p:cNvSpPr>
          <p:nvPr>
            <p:ph type="body" sz="quarter" idx="10" hasCustomPrompt="1"/>
          </p:nvPr>
        </p:nvSpPr>
        <p:spPr>
          <a:xfrm>
            <a:off x="2810696" y="3653998"/>
            <a:ext cx="2732247" cy="2340000"/>
          </a:xfrm>
        </p:spPr>
        <p:txBody>
          <a:bodyPr>
            <a:noAutofit/>
          </a:bodyPr>
          <a:lstStyle>
            <a:lvl1pPr>
              <a:lnSpc>
                <a:spcPct val="100000"/>
              </a:lnSpc>
              <a:spcBef>
                <a:spcPts val="0"/>
              </a:spcBef>
              <a:spcAft>
                <a:spcPts val="400"/>
              </a:spcAft>
              <a:defRPr sz="3200" i="1" spc="100" baseline="0">
                <a:solidFill>
                  <a:schemeClr val="bg1"/>
                </a:solidFill>
                <a:latin typeface="JD Sans Pro Semibold" panose="02000700000000020000" pitchFamily="2" charset="0"/>
              </a:defRPr>
            </a:lvl1pPr>
          </a:lstStyle>
          <a:p>
            <a:pPr lvl="0"/>
            <a:r>
              <a:rPr lang="en-US"/>
              <a:t>Integrity</a:t>
            </a:r>
          </a:p>
          <a:p>
            <a:pPr lvl="0"/>
            <a:r>
              <a:rPr lang="en-US"/>
              <a:t>Quality</a:t>
            </a:r>
          </a:p>
          <a:p>
            <a:pPr lvl="0"/>
            <a:r>
              <a:rPr lang="en-US"/>
              <a:t>Engagement</a:t>
            </a:r>
          </a:p>
          <a:p>
            <a:pPr lvl="0"/>
            <a:r>
              <a:rPr lang="en-US"/>
              <a:t>Innovation</a:t>
            </a:r>
          </a:p>
        </p:txBody>
      </p:sp>
      <p:sp>
        <p:nvSpPr>
          <p:cNvPr id="5" name="Title 1">
            <a:extLst>
              <a:ext uri="{FF2B5EF4-FFF2-40B4-BE49-F238E27FC236}">
                <a16:creationId xmlns:a16="http://schemas.microsoft.com/office/drawing/2014/main" id="{D77C4003-097C-671A-7E59-146241B269E4}"/>
              </a:ext>
            </a:extLst>
          </p:cNvPr>
          <p:cNvSpPr>
            <a:spLocks noGrp="1"/>
          </p:cNvSpPr>
          <p:nvPr>
            <p:ph type="ctrTitle" hasCustomPrompt="1"/>
          </p:nvPr>
        </p:nvSpPr>
        <p:spPr>
          <a:xfrm>
            <a:off x="2235548" y="2425566"/>
            <a:ext cx="4594460" cy="746980"/>
          </a:xfrm>
        </p:spPr>
        <p:txBody>
          <a:bodyPr anchor="b">
            <a:noAutofit/>
          </a:bodyPr>
          <a:lstStyle>
            <a:lvl1pPr algn="l">
              <a:lnSpc>
                <a:spcPct val="90000"/>
              </a:lnSpc>
              <a:defRPr sz="2400" spc="440" baseline="0">
                <a:solidFill>
                  <a:schemeClr val="bg1"/>
                </a:solidFill>
                <a:latin typeface="JD Sans Pro Bold" panose="02000800000000020000" pitchFamily="2" charset="0"/>
              </a:defRPr>
            </a:lvl1pPr>
          </a:lstStyle>
          <a:p>
            <a:r>
              <a:rPr lang="en-US"/>
              <a:t>OUR BASELINE</a:t>
            </a:r>
          </a:p>
        </p:txBody>
      </p:sp>
    </p:spTree>
    <p:extLst>
      <p:ext uri="{BB962C8B-B14F-4D97-AF65-F5344CB8AC3E}">
        <p14:creationId xmlns:p14="http://schemas.microsoft.com/office/powerpoint/2010/main" val="982922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Our Purpose">
    <p:bg>
      <p:bgPr>
        <a:solidFill>
          <a:schemeClr val="tx1"/>
        </a:solidFill>
        <a:effectLst/>
      </p:bgPr>
    </p:bg>
    <p:spTree>
      <p:nvGrpSpPr>
        <p:cNvPr id="1" name=""/>
        <p:cNvGrpSpPr/>
        <p:nvPr/>
      </p:nvGrpSpPr>
      <p:grpSpPr>
        <a:xfrm>
          <a:off x="0" y="0"/>
          <a:ext cx="0" cy="0"/>
          <a:chOff x="0" y="0"/>
          <a:chExt cx="0" cy="0"/>
        </a:xfrm>
      </p:grpSpPr>
      <p:pic>
        <p:nvPicPr>
          <p:cNvPr id="12" name="Picture 11" descr="A group of men standing next to a tractor&#10;&#10;Description automatically generated">
            <a:extLst>
              <a:ext uri="{FF2B5EF4-FFF2-40B4-BE49-F238E27FC236}">
                <a16:creationId xmlns:a16="http://schemas.microsoft.com/office/drawing/2014/main" id="{3BC5E12B-720E-6D78-FDD2-13E8475F6EA6}"/>
              </a:ext>
            </a:extLst>
          </p:cNvPr>
          <p:cNvPicPr>
            <a:picLocks noChangeAspect="1"/>
          </p:cNvPicPr>
          <p:nvPr userDrawn="1"/>
        </p:nvPicPr>
        <p:blipFill>
          <a:blip r:embed="rId2"/>
          <a:stretch>
            <a:fillRect/>
          </a:stretch>
        </p:blipFill>
        <p:spPr>
          <a:xfrm>
            <a:off x="0" y="32"/>
            <a:ext cx="12188825" cy="6857968"/>
          </a:xfrm>
          <a:prstGeom prst="rect">
            <a:avLst/>
          </a:prstGeom>
        </p:spPr>
      </p:pic>
      <p:sp>
        <p:nvSpPr>
          <p:cNvPr id="4" name="Text Placeholder 11">
            <a:extLst>
              <a:ext uri="{FF2B5EF4-FFF2-40B4-BE49-F238E27FC236}">
                <a16:creationId xmlns:a16="http://schemas.microsoft.com/office/drawing/2014/main" id="{427B6E62-D488-FEC1-6D71-5DBB58ECF12E}"/>
              </a:ext>
            </a:extLst>
          </p:cNvPr>
          <p:cNvSpPr>
            <a:spLocks noGrp="1"/>
          </p:cNvSpPr>
          <p:nvPr>
            <p:ph type="body" sz="quarter" idx="10" hasCustomPrompt="1"/>
          </p:nvPr>
        </p:nvSpPr>
        <p:spPr>
          <a:xfrm>
            <a:off x="921141" y="1792151"/>
            <a:ext cx="3619758" cy="756000"/>
          </a:xfrm>
        </p:spPr>
        <p:txBody>
          <a:bodyPr>
            <a:noAutofit/>
          </a:bodyPr>
          <a:lstStyle>
            <a:lvl1pPr>
              <a:lnSpc>
                <a:spcPct val="100000"/>
              </a:lnSpc>
              <a:spcBef>
                <a:spcPts val="0"/>
              </a:spcBef>
              <a:defRPr sz="2400" i="0" spc="300" baseline="0">
                <a:solidFill>
                  <a:schemeClr val="tx1">
                    <a:lumMod val="65000"/>
                    <a:lumOff val="35000"/>
                  </a:schemeClr>
                </a:solidFill>
                <a:latin typeface="JD Sans Pro Bold" panose="02000800000000020000" pitchFamily="2" charset="0"/>
              </a:defRPr>
            </a:lvl1pPr>
          </a:lstStyle>
          <a:p>
            <a:pPr lvl="0"/>
            <a:r>
              <a:rPr lang="en-US"/>
              <a:t>WE RUN, SO LIFE CAN LEAP FORWARD</a:t>
            </a:r>
          </a:p>
        </p:txBody>
      </p:sp>
      <p:sp>
        <p:nvSpPr>
          <p:cNvPr id="5" name="Title 1">
            <a:extLst>
              <a:ext uri="{FF2B5EF4-FFF2-40B4-BE49-F238E27FC236}">
                <a16:creationId xmlns:a16="http://schemas.microsoft.com/office/drawing/2014/main" id="{D77C4003-097C-671A-7E59-146241B269E4}"/>
              </a:ext>
            </a:extLst>
          </p:cNvPr>
          <p:cNvSpPr>
            <a:spLocks noGrp="1"/>
          </p:cNvSpPr>
          <p:nvPr>
            <p:ph type="ctrTitle" hasCustomPrompt="1"/>
          </p:nvPr>
        </p:nvSpPr>
        <p:spPr>
          <a:xfrm>
            <a:off x="921140" y="802812"/>
            <a:ext cx="6619820" cy="867681"/>
          </a:xfrm>
        </p:spPr>
        <p:txBody>
          <a:bodyPr>
            <a:noAutofit/>
          </a:bodyPr>
          <a:lstStyle>
            <a:lvl1pPr algn="l">
              <a:lnSpc>
                <a:spcPct val="90000"/>
              </a:lnSpc>
              <a:defRPr sz="7000" b="0" i="1" spc="300" baseline="0">
                <a:solidFill>
                  <a:schemeClr val="bg1"/>
                </a:solidFill>
                <a:latin typeface="JD Sans Pro Semibold" panose="02000700000000020000" pitchFamily="2" charset="0"/>
              </a:defRPr>
            </a:lvl1pPr>
          </a:lstStyle>
          <a:p>
            <a:r>
              <a:rPr lang="en-US"/>
              <a:t>OUR PURPOSE</a:t>
            </a:r>
          </a:p>
        </p:txBody>
      </p:sp>
    </p:spTree>
    <p:extLst>
      <p:ext uri="{BB962C8B-B14F-4D97-AF65-F5344CB8AC3E}">
        <p14:creationId xmlns:p14="http://schemas.microsoft.com/office/powerpoint/2010/main" val="91314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Green and Yellow">
    <p:spTree>
      <p:nvGrpSpPr>
        <p:cNvPr id="1" name=""/>
        <p:cNvGrpSpPr/>
        <p:nvPr/>
      </p:nvGrpSpPr>
      <p:grpSpPr>
        <a:xfrm>
          <a:off x="0" y="0"/>
          <a:ext cx="0" cy="0"/>
          <a:chOff x="0" y="0"/>
          <a:chExt cx="0" cy="0"/>
        </a:xfrm>
      </p:grpSpPr>
      <p:sp>
        <p:nvSpPr>
          <p:cNvPr id="12" name="Text Placeholder 11"/>
          <p:cNvSpPr>
            <a:spLocks noGrp="1"/>
          </p:cNvSpPr>
          <p:nvPr>
            <p:ph type="body" sz="quarter" idx="10"/>
          </p:nvPr>
        </p:nvSpPr>
        <p:spPr>
          <a:xfrm>
            <a:off x="1139825" y="916353"/>
            <a:ext cx="7661275" cy="455247"/>
          </a:xfrm>
        </p:spPr>
        <p:txBody>
          <a:bodyPr/>
          <a:lstStyle>
            <a:lvl1pPr>
              <a:lnSpc>
                <a:spcPts val="1800"/>
              </a:lnSpc>
              <a:spcBef>
                <a:spcPts val="0"/>
              </a:spcBef>
              <a:defRPr sz="1800"/>
            </a:lvl1pPr>
          </a:lstStyle>
          <a:p>
            <a:pPr lvl="0"/>
            <a:r>
              <a:rPr lang="en-US"/>
              <a:t>Click to edit Master text styles</a:t>
            </a:r>
          </a:p>
        </p:txBody>
      </p:sp>
      <p:sp>
        <p:nvSpPr>
          <p:cNvPr id="13" name="Title 1"/>
          <p:cNvSpPr>
            <a:spLocks noGrp="1"/>
          </p:cNvSpPr>
          <p:nvPr>
            <p:ph type="ctrTitle"/>
          </p:nvPr>
        </p:nvSpPr>
        <p:spPr>
          <a:xfrm>
            <a:off x="1139825" y="463549"/>
            <a:ext cx="7661275" cy="431801"/>
          </a:xfrm>
        </p:spPr>
        <p:txBody>
          <a:bodyPr>
            <a:normAutofit/>
          </a:bodyPr>
          <a:lstStyle>
            <a:lvl1pPr algn="l">
              <a:lnSpc>
                <a:spcPts val="2600"/>
              </a:lnSpc>
              <a:defRPr sz="2600" spc="40" baseline="0">
                <a:solidFill>
                  <a:schemeClr val="accent2"/>
                </a:solidFill>
              </a:defRPr>
            </a:lvl1pPr>
          </a:lstStyle>
          <a:p>
            <a:r>
              <a:rPr lang="en-US"/>
              <a:t>Click to edit Master title style</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23175" b="7332"/>
          <a:stretch/>
        </p:blipFill>
        <p:spPr>
          <a:xfrm>
            <a:off x="1" y="1431084"/>
            <a:ext cx="12188824" cy="5426916"/>
          </a:xfrm>
          <a:prstGeom prst="rect">
            <a:avLst/>
          </a:prstGeom>
        </p:spPr>
      </p:pic>
      <p:pic>
        <p:nvPicPr>
          <p:cNvPr id="17" name="Picture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266599" y="6078779"/>
            <a:ext cx="831494" cy="474421"/>
          </a:xfrm>
          <a:prstGeom prst="rect">
            <a:avLst/>
          </a:prstGeom>
        </p:spPr>
      </p:pic>
      <p:pic>
        <p:nvPicPr>
          <p:cNvPr id="10" name="Picture 9"/>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9312274" y="254889"/>
            <a:ext cx="2876551" cy="1155192"/>
          </a:xfrm>
          <a:prstGeom prst="rect">
            <a:avLst/>
          </a:prstGeom>
        </p:spPr>
      </p:pic>
    </p:spTree>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 Column of Text">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1 Column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aseline="0"/>
            </a:lvl1pPr>
            <a:lvl2pPr>
              <a:defRPr sz="2000" baseline="0"/>
            </a:lvl2pPr>
            <a:lvl3pPr indent="-201168">
              <a:defRPr sz="2000" baseline="0"/>
            </a:lvl3pPr>
            <a:lvl4pPr indent="-228600">
              <a:defRPr sz="2000" baseline="0"/>
            </a:lvl4pPr>
            <a:lvl5pPr indent="-201168">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Column Text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3" name="Content Placeholder 2"/>
          <p:cNvSpPr>
            <a:spLocks noGrp="1"/>
          </p:cNvSpPr>
          <p:nvPr>
            <p:ph idx="1"/>
          </p:nvPr>
        </p:nvSpPr>
        <p:spPr>
          <a:xfrm>
            <a:off x="1139826" y="1536700"/>
            <a:ext cx="8788400" cy="4641850"/>
          </a:xfrm>
        </p:spPr>
        <p:txBody>
          <a:bodyPr/>
          <a:lstStyle>
            <a:lvl1pPr>
              <a:defRPr sz="2000" b="1" baseline="0"/>
            </a:lvl1pPr>
            <a:lvl2pPr marL="0" indent="0">
              <a:buFontTx/>
              <a:buNone/>
              <a:defRPr sz="2000" baseline="0"/>
            </a:lvl2pPr>
            <a:lvl3pPr marL="320040" marR="0" indent="-228600" algn="l" defTabSz="914400" rtl="0" eaLnBrk="1" fontAlgn="base" latinLnBrk="0" hangingPunct="1">
              <a:lnSpc>
                <a:spcPct val="110000"/>
              </a:lnSpc>
              <a:spcBef>
                <a:spcPct val="0"/>
              </a:spcBef>
              <a:spcAft>
                <a:spcPts val="900"/>
              </a:spcAft>
              <a:buClrTx/>
              <a:buSzTx/>
              <a:buFont typeface=".AppleSystemUIFont" charset="-120"/>
              <a:buChar char="–"/>
              <a:tabLst/>
              <a:defRPr sz="2000" baseline="0"/>
            </a:lvl3pPr>
            <a:lvl4pPr marL="640080" indent="-201168">
              <a:buFont typeface="Arial" charset="0"/>
              <a:buChar char="•"/>
              <a:defRPr sz="2000" baseline="0"/>
            </a:lvl4pPr>
            <a:lvl5pPr marL="969264" indent="-228600">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11"/>
          <p:cNvSpPr>
            <a:spLocks noGrp="1"/>
          </p:cNvSpPr>
          <p:nvPr>
            <p:ph type="body" sz="quarter" idx="10"/>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p:cNvSpPr>
            <a:spLocks noGrp="1"/>
          </p:cNvSpPr>
          <p:nvPr>
            <p:ph idx="10"/>
          </p:nvPr>
        </p:nvSpPr>
        <p:spPr>
          <a:xfrm>
            <a:off x="5648325" y="1536700"/>
            <a:ext cx="4279900" cy="46418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lumns with Bold Header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5" name="Content Placeholder 2"/>
          <p:cNvSpPr>
            <a:spLocks noGrp="1"/>
          </p:cNvSpPr>
          <p:nvPr>
            <p:ph idx="1"/>
          </p:nvPr>
        </p:nvSpPr>
        <p:spPr>
          <a:xfrm>
            <a:off x="1139825" y="1536700"/>
            <a:ext cx="428307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p:cNvSpPr>
            <a:spLocks noGrp="1"/>
          </p:cNvSpPr>
          <p:nvPr>
            <p:ph idx="10"/>
          </p:nvPr>
        </p:nvSpPr>
        <p:spPr>
          <a:xfrm>
            <a:off x="5648326" y="1536700"/>
            <a:ext cx="4279900"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9" name="Text Placeholder 11"/>
          <p:cNvSpPr>
            <a:spLocks noGrp="1"/>
          </p:cNvSpPr>
          <p:nvPr>
            <p:ph type="body" sz="quarter" idx="11"/>
          </p:nvPr>
        </p:nvSpPr>
        <p:spPr>
          <a:xfrm>
            <a:off x="1139825" y="822325"/>
            <a:ext cx="8788402" cy="450850"/>
          </a:xfrm>
        </p:spPr>
        <p:txBody>
          <a:bodyPr/>
          <a:lstStyle>
            <a:lvl1pPr>
              <a:lnSpc>
                <a:spcPct val="110000"/>
              </a:lnSpc>
              <a:spcBef>
                <a:spcPts val="0"/>
              </a:spcBef>
              <a:defRPr sz="2200"/>
            </a:lvl1pPr>
          </a:lstStyle>
          <a:p>
            <a:pPr lvl="0"/>
            <a:r>
              <a:rPr lang="en-US"/>
              <a:t>Click to edit Master text styles</a:t>
            </a:r>
          </a:p>
        </p:txBody>
      </p:sp>
      <p:sp>
        <p:nvSpPr>
          <p:cNvPr id="4" name="Content Placeholder 3"/>
          <p:cNvSpPr>
            <a:spLocks noGrp="1"/>
          </p:cNvSpPr>
          <p:nvPr>
            <p:ph sz="quarter" idx="12" hasCustomPrompt="1"/>
          </p:nvPr>
        </p:nvSpPr>
        <p:spPr>
          <a:xfrm>
            <a:off x="-1" y="1600200"/>
            <a:ext cx="1218882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1 Large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5407025" cy="450850"/>
          </a:xfrm>
        </p:spPr>
        <p:txBody>
          <a:bodyPr/>
          <a:lstStyle>
            <a:lvl1pPr>
              <a:lnSpc>
                <a:spcPct val="110000"/>
              </a:lnSpc>
              <a:spcBef>
                <a:spcPts val="0"/>
              </a:spcBef>
              <a:defRPr sz="2200"/>
            </a:lvl1pPr>
          </a:lstStyle>
          <a:p>
            <a:pPr lvl="0"/>
            <a:r>
              <a:rPr lang="en-US"/>
              <a:t>Click to edit Master text styles</a:t>
            </a:r>
          </a:p>
        </p:txBody>
      </p:sp>
      <p:sp>
        <p:nvSpPr>
          <p:cNvPr id="6" name="Content Placeholder 3"/>
          <p:cNvSpPr>
            <a:spLocks noGrp="1"/>
          </p:cNvSpPr>
          <p:nvPr>
            <p:ph sz="quarter" idx="12" hasCustomPrompt="1"/>
          </p:nvPr>
        </p:nvSpPr>
        <p:spPr>
          <a:xfrm>
            <a:off x="6775450" y="0"/>
            <a:ext cx="5413374" cy="64008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1 Smal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4" y="1536700"/>
            <a:ext cx="5407026" cy="4641850"/>
          </a:xfrm>
        </p:spPr>
        <p:txBody>
          <a:bodyPr/>
          <a:lstStyle>
            <a:lvl1pPr>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11"/>
          <p:cNvSpPr>
            <a:spLocks noGrp="1"/>
          </p:cNvSpPr>
          <p:nvPr>
            <p:ph type="body" sz="quarter" idx="11"/>
          </p:nvPr>
        </p:nvSpPr>
        <p:spPr>
          <a:xfrm>
            <a:off x="1139825" y="822325"/>
            <a:ext cx="8788401" cy="450850"/>
          </a:xfrm>
        </p:spPr>
        <p:txBody>
          <a:bodyPr/>
          <a:lstStyle>
            <a:lvl1pPr>
              <a:lnSpc>
                <a:spcPct val="110000"/>
              </a:lnSpc>
              <a:spcBef>
                <a:spcPts val="0"/>
              </a:spcBef>
              <a:defRPr sz="2200"/>
            </a:lvl1pPr>
          </a:lstStyle>
          <a:p>
            <a:pPr lvl="0"/>
            <a:r>
              <a:rPr lang="en-US"/>
              <a:t>Click to edit Master text styles</a:t>
            </a:r>
          </a:p>
        </p:txBody>
      </p:sp>
      <p:sp>
        <p:nvSpPr>
          <p:cNvPr id="9" name="Content Placeholder 3"/>
          <p:cNvSpPr>
            <a:spLocks noGrp="1"/>
          </p:cNvSpPr>
          <p:nvPr>
            <p:ph sz="quarter" idx="12" hasCustomPrompt="1"/>
          </p:nvPr>
        </p:nvSpPr>
        <p:spPr>
          <a:xfrm>
            <a:off x="6775450" y="1600200"/>
            <a:ext cx="5413374" cy="29654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xtreme Horizontal Photo">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Content Placeholder 2"/>
          <p:cNvSpPr>
            <a:spLocks noGrp="1"/>
          </p:cNvSpPr>
          <p:nvPr>
            <p:ph idx="1"/>
          </p:nvPr>
        </p:nvSpPr>
        <p:spPr>
          <a:xfrm>
            <a:off x="1139826" y="1536700"/>
            <a:ext cx="8788400" cy="1441450"/>
          </a:xfrm>
        </p:spPr>
        <p:txBody>
          <a:bodyPr/>
          <a:lstStyle>
            <a:lvl1pPr>
              <a:defRPr sz="2000" b="0" baseline="0"/>
            </a:lvl1pPr>
            <a:lvl2pPr marL="320040" indent="-228600">
              <a:buFont typeface=".AppleSystemUIFont" charset="-120"/>
              <a:buChar char="–"/>
              <a:defRPr sz="2000" b="0" baseline="0"/>
            </a:lvl2pPr>
            <a:lvl3pPr marL="320040" indent="-201168">
              <a:buFont typeface=".AppleSystemUIFont" charset="-120"/>
              <a:buChar char="–"/>
              <a:defRPr sz="2000" baseline="0"/>
            </a:lvl3pPr>
            <a:lvl4pPr marL="640080" indent="-201168">
              <a:buFont typeface="Arial" charset="0"/>
              <a:buChar char="•"/>
              <a:defRPr sz="2000" baseline="0"/>
            </a:lvl4pPr>
            <a:lvl5pPr marL="969264" indent="-201168">
              <a:buFont typeface=".AppleSystemUIFont" charset="-120"/>
              <a:buChar char="–"/>
              <a:defRPr sz="2000" baseline="0"/>
            </a:lvl5pPr>
          </a:lstStyle>
          <a:p>
            <a:pPr lvl="0"/>
            <a:r>
              <a:rPr lang="en-US"/>
              <a:t>Click to edit Master text styles</a:t>
            </a:r>
          </a:p>
        </p:txBody>
      </p:sp>
      <p:sp>
        <p:nvSpPr>
          <p:cNvPr id="9" name="Text Placeholder 11"/>
          <p:cNvSpPr>
            <a:spLocks noGrp="1"/>
          </p:cNvSpPr>
          <p:nvPr>
            <p:ph type="body" sz="quarter" idx="11"/>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6" name="Content Placeholder 3"/>
          <p:cNvSpPr>
            <a:spLocks noGrp="1"/>
          </p:cNvSpPr>
          <p:nvPr>
            <p:ph sz="quarter" idx="12" hasCustomPrompt="1"/>
          </p:nvPr>
        </p:nvSpPr>
        <p:spPr>
          <a:xfrm>
            <a:off x="0" y="3206750"/>
            <a:ext cx="12188825" cy="31940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 Photos and Caption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6" name="Picture Placeholder 2"/>
          <p:cNvSpPr>
            <a:spLocks noGrp="1"/>
          </p:cNvSpPr>
          <p:nvPr>
            <p:ph type="pic" sz="quarter" idx="10" hasCustomPrompt="1"/>
          </p:nvPr>
        </p:nvSpPr>
        <p:spPr>
          <a:xfrm>
            <a:off x="0" y="1600200"/>
            <a:ext cx="41275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7" name="Picture Placeholder 2"/>
          <p:cNvSpPr>
            <a:spLocks noGrp="1"/>
          </p:cNvSpPr>
          <p:nvPr>
            <p:ph type="pic" sz="quarter" idx="16" hasCustomPrompt="1"/>
          </p:nvPr>
        </p:nvSpPr>
        <p:spPr>
          <a:xfrm>
            <a:off x="4368800" y="1600200"/>
            <a:ext cx="3441700"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8" name="Picture Placeholder 2"/>
          <p:cNvSpPr>
            <a:spLocks noGrp="1"/>
          </p:cNvSpPr>
          <p:nvPr>
            <p:ph type="pic" sz="quarter" idx="17" hasCustomPrompt="1"/>
          </p:nvPr>
        </p:nvSpPr>
        <p:spPr>
          <a:xfrm>
            <a:off x="8045450" y="1600200"/>
            <a:ext cx="4143375" cy="2097156"/>
          </a:xfrm>
          <a:prstGeom prst="rect">
            <a:avLst/>
          </a:prstGeom>
          <a:solidFill>
            <a:schemeClr val="tx1">
              <a:lumMod val="65000"/>
              <a:lumOff val="35000"/>
            </a:schemeClr>
          </a:solidFill>
        </p:spPr>
        <p:txBody>
          <a:bodyPr vert="horz" anchor="ctr" anchorCtr="0"/>
          <a:lstStyle>
            <a:lvl1pPr algn="ctr">
              <a:defRPr sz="2399" b="1" baseline="0">
                <a:solidFill>
                  <a:schemeClr val="bg1"/>
                </a:solidFill>
              </a:defRPr>
            </a:lvl1pPr>
          </a:lstStyle>
          <a:p>
            <a:r>
              <a:rPr lang="en-US"/>
              <a:t>Photo Area</a:t>
            </a:r>
          </a:p>
        </p:txBody>
      </p:sp>
      <p:sp>
        <p:nvSpPr>
          <p:cNvPr id="9" name="Content Placeholder 2"/>
          <p:cNvSpPr>
            <a:spLocks noGrp="1"/>
          </p:cNvSpPr>
          <p:nvPr>
            <p:ph idx="1"/>
          </p:nvPr>
        </p:nvSpPr>
        <p:spPr>
          <a:xfrm>
            <a:off x="669925"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0" name="Content Placeholder 2"/>
          <p:cNvSpPr>
            <a:spLocks noGrp="1"/>
          </p:cNvSpPr>
          <p:nvPr>
            <p:ph idx="18"/>
          </p:nvPr>
        </p:nvSpPr>
        <p:spPr>
          <a:xfrm>
            <a:off x="4368799"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1" name="Content Placeholder 2"/>
          <p:cNvSpPr>
            <a:spLocks noGrp="1"/>
          </p:cNvSpPr>
          <p:nvPr>
            <p:ph idx="19"/>
          </p:nvPr>
        </p:nvSpPr>
        <p:spPr>
          <a:xfrm>
            <a:off x="8045450" y="4025590"/>
            <a:ext cx="3457575" cy="2152960"/>
          </a:xfrm>
        </p:spPr>
        <p:txBody>
          <a:bodyPr/>
          <a:lstStyle>
            <a:lvl1pPr>
              <a:defRPr sz="1800" b="0" baseline="0"/>
            </a:lvl1pPr>
            <a:lvl2pPr marL="0" indent="0">
              <a:buFontTx/>
              <a:buNone/>
              <a:defRPr sz="1800" b="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p:txBody>
      </p:sp>
      <p:sp>
        <p:nvSpPr>
          <p:cNvPr id="13" name="Text Placeholder 11"/>
          <p:cNvSpPr>
            <a:spLocks noGrp="1"/>
          </p:cNvSpPr>
          <p:nvPr>
            <p:ph type="body" sz="quarter" idx="2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a:lstStyle/>
          <a:p>
            <a:r>
              <a:rPr lang="en-US"/>
              <a:t>Click to edit Master title style</a:t>
            </a:r>
          </a:p>
        </p:txBody>
      </p:sp>
      <p:sp>
        <p:nvSpPr>
          <p:cNvPr id="5" name="Content Placeholder 2"/>
          <p:cNvSpPr>
            <a:spLocks noGrp="1"/>
          </p:cNvSpPr>
          <p:nvPr>
            <p:ph idx="1"/>
          </p:nvPr>
        </p:nvSpPr>
        <p:spPr>
          <a:xfrm>
            <a:off x="1139825" y="1536700"/>
            <a:ext cx="5407025" cy="4641850"/>
          </a:xfrm>
        </p:spPr>
        <p:txBody>
          <a:bodyPr/>
          <a:lstStyle>
            <a:lvl1pPr>
              <a:spcBef>
                <a:spcPts val="1200"/>
              </a:spcBef>
              <a:defRPr sz="2000" b="1" baseline="0"/>
            </a:lvl1pPr>
            <a:lvl2pPr marL="0" indent="0">
              <a:buFontTx/>
              <a:buNone/>
              <a:defRPr sz="2000" baseline="0"/>
            </a:lvl2pPr>
            <a:lvl3pPr marL="320040" indent="-201168">
              <a:buFont typeface=".AppleSystemUIFont" charset="-120"/>
              <a:buChar char="–"/>
              <a:defRPr sz="2000" baseline="0"/>
            </a:lvl3pPr>
            <a:lvl4pPr marL="640080" indent="-201168">
              <a:defRPr sz="2000" baseline="0"/>
            </a:lvl4pPr>
            <a:lvl5pPr marL="960120" indent="-201168">
              <a:buFont typeface=".AppleSystemUIFont" charset="-120"/>
              <a:buChar char="–"/>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11"/>
          <p:cNvSpPr>
            <a:spLocks noGrp="1"/>
          </p:cNvSpPr>
          <p:nvPr>
            <p:ph type="body" sz="quarter" idx="14"/>
          </p:nvPr>
        </p:nvSpPr>
        <p:spPr>
          <a:xfrm>
            <a:off x="1139825" y="822324"/>
            <a:ext cx="5407025" cy="549275"/>
          </a:xfrm>
        </p:spPr>
        <p:txBody>
          <a:bodyPr/>
          <a:lstStyle>
            <a:lvl1pPr>
              <a:lnSpc>
                <a:spcPct val="110000"/>
              </a:lnSpc>
              <a:spcBef>
                <a:spcPts val="0"/>
              </a:spcBef>
              <a:defRPr sz="2200"/>
            </a:lvl1pPr>
          </a:lstStyle>
          <a:p>
            <a:pPr lvl="0"/>
            <a:r>
              <a:rPr lang="en-US"/>
              <a:t>Click to edit Master text styles</a:t>
            </a:r>
          </a:p>
        </p:txBody>
      </p:sp>
      <p:sp>
        <p:nvSpPr>
          <p:cNvPr id="10" name="Content Placeholder 3"/>
          <p:cNvSpPr>
            <a:spLocks noGrp="1"/>
          </p:cNvSpPr>
          <p:nvPr>
            <p:ph sz="quarter" idx="12" hasCustomPrompt="1"/>
          </p:nvPr>
        </p:nvSpPr>
        <p:spPr>
          <a:xfrm>
            <a:off x="6775450" y="0"/>
            <a:ext cx="5413374" cy="297815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2" name="Content Placeholder 3"/>
          <p:cNvSpPr>
            <a:spLocks noGrp="1"/>
          </p:cNvSpPr>
          <p:nvPr>
            <p:ph sz="quarter" idx="15" hasCustomPrompt="1"/>
          </p:nvPr>
        </p:nvSpPr>
        <p:spPr>
          <a:xfrm>
            <a:off x="6775451" y="3200400"/>
            <a:ext cx="5413374" cy="32004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8" name="Text Placeholder 11"/>
          <p:cNvSpPr>
            <a:spLocks noGrp="1"/>
          </p:cNvSpPr>
          <p:nvPr>
            <p:ph type="body" sz="quarter" idx="12"/>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7" name="Content Placeholder 3"/>
          <p:cNvSpPr>
            <a:spLocks noGrp="1"/>
          </p:cNvSpPr>
          <p:nvPr>
            <p:ph sz="quarter" idx="15" hasCustomPrompt="1"/>
          </p:nvPr>
        </p:nvSpPr>
        <p:spPr>
          <a:xfrm>
            <a:off x="6775451" y="1600200"/>
            <a:ext cx="5413374"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0" name="Content Placeholder 3"/>
          <p:cNvSpPr>
            <a:spLocks noGrp="1"/>
          </p:cNvSpPr>
          <p:nvPr>
            <p:ph sz="quarter" idx="16" hasCustomPrompt="1"/>
          </p:nvPr>
        </p:nvSpPr>
        <p:spPr>
          <a:xfrm>
            <a:off x="0" y="1600200"/>
            <a:ext cx="6546850"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photos">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0"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11" name="Content Placeholder 3"/>
          <p:cNvSpPr>
            <a:spLocks noGrp="1"/>
          </p:cNvSpPr>
          <p:nvPr>
            <p:ph sz="quarter" idx="16" hasCustomPrompt="1"/>
          </p:nvPr>
        </p:nvSpPr>
        <p:spPr>
          <a:xfrm>
            <a:off x="-1" y="1600200"/>
            <a:ext cx="7673975" cy="48006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4" name="Content Placeholder 3"/>
          <p:cNvSpPr>
            <a:spLocks noGrp="1"/>
          </p:cNvSpPr>
          <p:nvPr>
            <p:ph sz="quarter" idx="12" hasCustomPrompt="1"/>
          </p:nvPr>
        </p:nvSpPr>
        <p:spPr>
          <a:xfrm>
            <a:off x="7902576" y="1600200"/>
            <a:ext cx="4286248" cy="2032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
        <p:nvSpPr>
          <p:cNvPr id="15" name="Content Placeholder 3"/>
          <p:cNvSpPr>
            <a:spLocks noGrp="1"/>
          </p:cNvSpPr>
          <p:nvPr>
            <p:ph sz="quarter" idx="15" hasCustomPrompt="1"/>
          </p:nvPr>
        </p:nvSpPr>
        <p:spPr>
          <a:xfrm>
            <a:off x="7902575" y="3860800"/>
            <a:ext cx="4286249" cy="2540000"/>
          </a:xfrm>
          <a:solidFill>
            <a:schemeClr val="tx1">
              <a:lumMod val="65000"/>
              <a:lumOff val="35000"/>
            </a:schemeClr>
          </a:solidFill>
        </p:spPr>
        <p:txBody>
          <a:bodyPr anchor="ctr" anchorCtr="0"/>
          <a:lstStyle>
            <a:lvl1pPr algn="ctr">
              <a:defRPr b="1">
                <a:solidFill>
                  <a:schemeClr val="bg1"/>
                </a:solidFill>
              </a:defRPr>
            </a:lvl1pPr>
          </a:lstStyle>
          <a:p>
            <a:r>
              <a:rPr lang="en-US"/>
              <a:t>Click to insert photo, video</a:t>
            </a:r>
            <a:br>
              <a:rPr lang="en-US"/>
            </a:br>
            <a:r>
              <a:rPr lang="en-US"/>
              <a:t>or other graphic here</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17"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
        <p:nvSpPr>
          <p:cNvPr id="9" name="Content Placeholder 3"/>
          <p:cNvSpPr>
            <a:spLocks noGrp="1"/>
          </p:cNvSpPr>
          <p:nvPr>
            <p:ph sz="quarter" idx="18" hasCustomPrompt="1"/>
          </p:nvPr>
        </p:nvSpPr>
        <p:spPr>
          <a:xfrm>
            <a:off x="1139825" y="1606551"/>
            <a:ext cx="9915524" cy="4571999"/>
          </a:xfrm>
          <a:solidFill>
            <a:schemeClr val="tx1">
              <a:lumMod val="65000"/>
              <a:lumOff val="35000"/>
            </a:schemeClr>
          </a:solidFill>
        </p:spPr>
        <p:txBody>
          <a:bodyPr anchor="ctr" anchorCtr="1"/>
          <a:lstStyle>
            <a:lvl1pPr algn="ctr">
              <a:defRPr b="1" baseline="0">
                <a:solidFill>
                  <a:schemeClr val="bg1"/>
                </a:solidFill>
              </a:defRPr>
            </a:lvl1pPr>
          </a:lstStyle>
          <a:p>
            <a:r>
              <a:rPr lang="en-US"/>
              <a:t>Click to insert photo, video</a:t>
            </a:r>
            <a:br>
              <a:rPr lang="en-US"/>
            </a:br>
            <a:r>
              <a:rPr lang="en-US"/>
              <a:t>or other graphic here.</a:t>
            </a:r>
          </a:p>
          <a:p>
            <a:endParaRPr lang="en-US"/>
          </a:p>
          <a:p>
            <a:r>
              <a:rPr lang="en-US"/>
              <a:t>Tips: Charts should not fill the slide.</a:t>
            </a:r>
          </a:p>
          <a:p>
            <a:r>
              <a:rPr lang="en-US"/>
              <a:t>Leave space around charts to make them</a:t>
            </a:r>
            <a:br>
              <a:rPr lang="en-US"/>
            </a:br>
            <a:r>
              <a:rPr lang="en-US"/>
              <a:t>more comfortable to read.</a:t>
            </a:r>
          </a:p>
          <a:p>
            <a:r>
              <a:rPr lang="en-US"/>
              <a:t>Don’t extend charts beyond this box. </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a:xfrm>
            <a:off x="1139826" y="396875"/>
            <a:ext cx="8788400" cy="498475"/>
          </a:xfrm>
        </p:spPr>
        <p:txBody>
          <a:bodyPr/>
          <a:lstStyle/>
          <a:p>
            <a:r>
              <a:rPr lang="en-US"/>
              <a:t>Click to edit Master title style</a:t>
            </a:r>
          </a:p>
        </p:txBody>
      </p:sp>
      <p:sp>
        <p:nvSpPr>
          <p:cNvPr id="5" name="Text Placeholder 11"/>
          <p:cNvSpPr>
            <a:spLocks noGrp="1"/>
          </p:cNvSpPr>
          <p:nvPr>
            <p:ph type="body" sz="quarter" idx="10"/>
          </p:nvPr>
        </p:nvSpPr>
        <p:spPr>
          <a:xfrm>
            <a:off x="1139825" y="822325"/>
            <a:ext cx="8788400" cy="450850"/>
          </a:xfrm>
        </p:spPr>
        <p:txBody>
          <a:bodyPr/>
          <a:lstStyle>
            <a:lvl1pPr>
              <a:lnSpc>
                <a:spcPct val="110000"/>
              </a:lnSpc>
              <a:spcBef>
                <a:spcPts val="0"/>
              </a:spcBef>
              <a:defRPr sz="2200"/>
            </a:lvl1pPr>
          </a:lstStyle>
          <a:p>
            <a:pPr lvl="0"/>
            <a:r>
              <a:rPr lang="en-US"/>
              <a:t>Click to edit Master text styles</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tx1"/>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1139825" y="1606550"/>
            <a:ext cx="8788400" cy="1470025"/>
          </a:xfrm>
        </p:spPr>
        <p:txBody>
          <a:bodyPr anchor="b" anchorCtr="0">
            <a:noAutofit/>
          </a:bodyPr>
          <a:lstStyle>
            <a:lvl1pPr algn="l">
              <a:lnSpc>
                <a:spcPct val="100000"/>
              </a:lnSpc>
              <a:defRPr sz="3400" b="0" cap="none">
                <a:solidFill>
                  <a:schemeClr val="bg1"/>
                </a:solidFill>
              </a:defRPr>
            </a:lvl1pPr>
          </a:lstStyle>
          <a:p>
            <a:r>
              <a:rPr lang="en-US"/>
              <a:t>Click to edit master title style</a:t>
            </a:r>
          </a:p>
        </p:txBody>
      </p:sp>
      <p:sp>
        <p:nvSpPr>
          <p:cNvPr id="9" name="Text Placeholder 2"/>
          <p:cNvSpPr>
            <a:spLocks noGrp="1"/>
          </p:cNvSpPr>
          <p:nvPr>
            <p:ph type="body" idx="1" hasCustomPrompt="1"/>
          </p:nvPr>
        </p:nvSpPr>
        <p:spPr>
          <a:xfrm>
            <a:off x="1139825" y="3121025"/>
            <a:ext cx="8788400" cy="1685925"/>
          </a:xfrm>
        </p:spPr>
        <p:txBody>
          <a:bodyPr anchor="t" anchorCtr="0">
            <a:noAutofit/>
          </a:bodyPr>
          <a:lstStyle>
            <a:lvl1pPr marL="0" indent="0">
              <a:lnSpc>
                <a:spcPct val="110000"/>
              </a:lnSpc>
              <a:spcBef>
                <a:spcPts val="0"/>
              </a:spcBef>
              <a:buNone/>
              <a:defRPr sz="26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3_Title and Table">
    <p:bg>
      <p:bgPr>
        <a:solidFill>
          <a:schemeClr val="bg1"/>
        </a:solidFill>
        <a:effectLst/>
      </p:bgPr>
    </p:bg>
    <p:spTree>
      <p:nvGrpSpPr>
        <p:cNvPr id="1" name=""/>
        <p:cNvGrpSpPr/>
        <p:nvPr/>
      </p:nvGrpSpPr>
      <p:grpSpPr>
        <a:xfrm>
          <a:off x="0" y="0"/>
          <a:ext cx="0" cy="0"/>
          <a:chOff x="0" y="0"/>
          <a:chExt cx="0" cy="0"/>
        </a:xfrm>
      </p:grpSpPr>
      <p:pic>
        <p:nvPicPr>
          <p:cNvPr id="4" name="Picture Placeholder 9"/>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188824" cy="6858000"/>
          </a:xfrm>
          <a:prstGeom prst="rect">
            <a:avLst/>
          </a:prstGeom>
        </p:spPr>
      </p:pic>
      <p:sp>
        <p:nvSpPr>
          <p:cNvPr id="5" name="Content Placeholder 20"/>
          <p:cNvSpPr>
            <a:spLocks noGrp="1"/>
          </p:cNvSpPr>
          <p:nvPr>
            <p:ph sz="quarter" idx="12" hasCustomPrompt="1"/>
          </p:nvPr>
        </p:nvSpPr>
        <p:spPr>
          <a:xfrm>
            <a:off x="908050" y="-1"/>
            <a:ext cx="3616323" cy="6857549"/>
          </a:xfrm>
          <a:prstGeom prst="rect">
            <a:avLst/>
          </a:prstGeom>
          <a:solidFill>
            <a:schemeClr val="bg1">
              <a:alpha val="80000"/>
            </a:schemeClr>
          </a:solidFill>
        </p:spPr>
        <p:txBody>
          <a:bodyPr vert="horz"/>
          <a:lstStyle/>
          <a:p>
            <a:pPr lvl="0"/>
            <a:r>
              <a:rPr lang="en-US"/>
              <a:t>   </a:t>
            </a:r>
          </a:p>
        </p:txBody>
      </p:sp>
      <p:sp>
        <p:nvSpPr>
          <p:cNvPr id="8" name="Title 1"/>
          <p:cNvSpPr>
            <a:spLocks noGrp="1"/>
          </p:cNvSpPr>
          <p:nvPr>
            <p:ph type="title" hasCustomPrompt="1"/>
          </p:nvPr>
        </p:nvSpPr>
        <p:spPr>
          <a:xfrm>
            <a:off x="1139825" y="638175"/>
            <a:ext cx="3152775" cy="396875"/>
          </a:xfrm>
        </p:spPr>
        <p:txBody>
          <a:bodyPr anchor="t" anchorCtr="0">
            <a:noAutofit/>
          </a:bodyPr>
          <a:lstStyle>
            <a:lvl1pPr algn="l">
              <a:lnSpc>
                <a:spcPct val="100000"/>
              </a:lnSpc>
              <a:defRPr sz="2000" b="0" cap="none">
                <a:solidFill>
                  <a:schemeClr val="accent2"/>
                </a:solidFill>
              </a:defRPr>
            </a:lvl1pPr>
          </a:lstStyle>
          <a:p>
            <a:r>
              <a:rPr lang="en-US"/>
              <a:t>JUMP HEAD</a:t>
            </a:r>
          </a:p>
        </p:txBody>
      </p:sp>
      <p:sp>
        <p:nvSpPr>
          <p:cNvPr id="9" name="Text Placeholder 2"/>
          <p:cNvSpPr>
            <a:spLocks noGrp="1"/>
          </p:cNvSpPr>
          <p:nvPr>
            <p:ph type="body" idx="1" hasCustomPrompt="1"/>
          </p:nvPr>
        </p:nvSpPr>
        <p:spPr>
          <a:xfrm>
            <a:off x="1139825" y="3133725"/>
            <a:ext cx="3152775" cy="3044825"/>
          </a:xfrm>
        </p:spPr>
        <p:txBody>
          <a:bodyPr anchor="t" anchorCtr="0">
            <a:noAutofit/>
          </a:bodyPr>
          <a:lstStyle>
            <a:lvl1pPr marL="0" indent="0">
              <a:lnSpc>
                <a:spcPct val="110000"/>
              </a:lnSpc>
              <a:spcBef>
                <a:spcPts val="0"/>
              </a:spcBef>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Title 1"/>
          <p:cNvSpPr txBox="1">
            <a:spLocks/>
          </p:cNvSpPr>
          <p:nvPr userDrawn="1"/>
        </p:nvSpPr>
        <p:spPr bwMode="auto">
          <a:xfrm>
            <a:off x="1139825" y="1504950"/>
            <a:ext cx="3152775" cy="1473200"/>
          </a:xfrm>
          <a:prstGeom prst="rect">
            <a:avLst/>
          </a:prstGeom>
          <a:noFill/>
          <a:ln w="9525">
            <a:noFill/>
            <a:miter lim="800000"/>
            <a:headEnd/>
            <a:tailEnd/>
          </a:ln>
        </p:spPr>
        <p:txBody>
          <a:bodyPr vert="horz" wrap="square" lIns="0" tIns="0" rIns="0" bIns="0" numCol="1" anchor="t" anchorCtr="0" compatLnSpc="1">
            <a:prstTxWarp prst="textNoShape">
              <a:avLst/>
            </a:prstTxWarp>
            <a:noAutofit/>
          </a:bodyPr>
          <a:lstStyle>
            <a:lvl1pPr algn="l" rtl="0" fontAlgn="base">
              <a:lnSpc>
                <a:spcPct val="100000"/>
              </a:lnSpc>
              <a:spcBef>
                <a:spcPct val="0"/>
              </a:spcBef>
              <a:spcAft>
                <a:spcPct val="0"/>
              </a:spcAft>
              <a:defRPr sz="2000" b="0" i="0" cap="none" spc="40" baseline="0">
                <a:solidFill>
                  <a:schemeClr val="accent2"/>
                </a:solidFill>
                <a:latin typeface="Arial" charset="0"/>
                <a:ea typeface="Arial" charset="0"/>
                <a:cs typeface="Arial" charset="0"/>
              </a:defRPr>
            </a:lvl1pPr>
            <a:lvl2pPr algn="l" rtl="0" fontAlgn="base">
              <a:lnSpc>
                <a:spcPct val="90000"/>
              </a:lnSpc>
              <a:spcBef>
                <a:spcPct val="0"/>
              </a:spcBef>
              <a:spcAft>
                <a:spcPct val="0"/>
              </a:spcAft>
              <a:defRPr sz="2400" b="1">
                <a:solidFill>
                  <a:srgbClr val="367C2B"/>
                </a:solidFill>
                <a:latin typeface="Verdana" pitchFamily="34" charset="0"/>
              </a:defRPr>
            </a:lvl2pPr>
            <a:lvl3pPr algn="l" rtl="0" fontAlgn="base">
              <a:lnSpc>
                <a:spcPct val="90000"/>
              </a:lnSpc>
              <a:spcBef>
                <a:spcPct val="0"/>
              </a:spcBef>
              <a:spcAft>
                <a:spcPct val="0"/>
              </a:spcAft>
              <a:defRPr sz="2400" b="1">
                <a:solidFill>
                  <a:srgbClr val="367C2B"/>
                </a:solidFill>
                <a:latin typeface="Verdana" pitchFamily="34" charset="0"/>
              </a:defRPr>
            </a:lvl3pPr>
            <a:lvl4pPr algn="l" rtl="0" fontAlgn="base">
              <a:lnSpc>
                <a:spcPct val="90000"/>
              </a:lnSpc>
              <a:spcBef>
                <a:spcPct val="0"/>
              </a:spcBef>
              <a:spcAft>
                <a:spcPct val="0"/>
              </a:spcAft>
              <a:defRPr sz="2400" b="1">
                <a:solidFill>
                  <a:srgbClr val="367C2B"/>
                </a:solidFill>
                <a:latin typeface="Verdana" pitchFamily="34" charset="0"/>
              </a:defRPr>
            </a:lvl4pPr>
            <a:lvl5pPr algn="l" rtl="0" fontAlgn="base">
              <a:lnSpc>
                <a:spcPct val="90000"/>
              </a:lnSpc>
              <a:spcBef>
                <a:spcPct val="0"/>
              </a:spcBef>
              <a:spcAft>
                <a:spcPct val="0"/>
              </a:spcAft>
              <a:defRPr sz="2400" b="1">
                <a:solidFill>
                  <a:srgbClr val="367C2B"/>
                </a:solidFill>
                <a:latin typeface="Verdana" pitchFamily="34" charset="0"/>
              </a:defRPr>
            </a:lvl5pPr>
            <a:lvl6pPr marL="457200" algn="l" rtl="0" fontAlgn="base">
              <a:lnSpc>
                <a:spcPct val="90000"/>
              </a:lnSpc>
              <a:spcBef>
                <a:spcPct val="0"/>
              </a:spcBef>
              <a:spcAft>
                <a:spcPct val="0"/>
              </a:spcAft>
              <a:defRPr sz="2400" b="1">
                <a:solidFill>
                  <a:srgbClr val="367C2B"/>
                </a:solidFill>
                <a:latin typeface="Verdana" pitchFamily="34" charset="0"/>
              </a:defRPr>
            </a:lvl6pPr>
            <a:lvl7pPr marL="914400" algn="l" rtl="0" fontAlgn="base">
              <a:lnSpc>
                <a:spcPct val="90000"/>
              </a:lnSpc>
              <a:spcBef>
                <a:spcPct val="0"/>
              </a:spcBef>
              <a:spcAft>
                <a:spcPct val="0"/>
              </a:spcAft>
              <a:defRPr sz="2400" b="1">
                <a:solidFill>
                  <a:srgbClr val="367C2B"/>
                </a:solidFill>
                <a:latin typeface="Verdana" pitchFamily="34" charset="0"/>
              </a:defRPr>
            </a:lvl7pPr>
            <a:lvl8pPr marL="1371600" algn="l" rtl="0" fontAlgn="base">
              <a:lnSpc>
                <a:spcPct val="90000"/>
              </a:lnSpc>
              <a:spcBef>
                <a:spcPct val="0"/>
              </a:spcBef>
              <a:spcAft>
                <a:spcPct val="0"/>
              </a:spcAft>
              <a:defRPr sz="2400" b="1">
                <a:solidFill>
                  <a:srgbClr val="367C2B"/>
                </a:solidFill>
                <a:latin typeface="Verdana" pitchFamily="34" charset="0"/>
              </a:defRPr>
            </a:lvl8pPr>
            <a:lvl9pPr marL="1828800" algn="l" rtl="0" fontAlgn="base">
              <a:lnSpc>
                <a:spcPct val="90000"/>
              </a:lnSpc>
              <a:spcBef>
                <a:spcPct val="0"/>
              </a:spcBef>
              <a:spcAft>
                <a:spcPct val="0"/>
              </a:spcAft>
              <a:defRPr sz="2400" b="1">
                <a:solidFill>
                  <a:srgbClr val="367C2B"/>
                </a:solidFill>
                <a:latin typeface="Verdana" pitchFamily="34" charset="0"/>
              </a:defRPr>
            </a:lvl9pPr>
          </a:lstStyle>
          <a:p>
            <a:pPr>
              <a:lnSpc>
                <a:spcPct val="100000"/>
              </a:lnSpc>
            </a:pPr>
            <a:r>
              <a:rPr lang="en-US" sz="3200" kern="0"/>
              <a:t>An option for divider slides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End_Green and Yellow">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012189" y="2266638"/>
            <a:ext cx="6178296" cy="1898904"/>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3384897"/>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2_1 Column of Text">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a:lstStyle/>
          <a:p>
            <a:r>
              <a:rPr lang="en-US"/>
              <a:t>Click to edit Master title style</a:t>
            </a:r>
          </a:p>
        </p:txBody>
      </p:sp>
      <p:sp>
        <p:nvSpPr>
          <p:cNvPr id="3" name="Content Placeholder 2"/>
          <p:cNvSpPr>
            <a:spLocks noGrp="1"/>
          </p:cNvSpPr>
          <p:nvPr>
            <p:ph idx="1"/>
          </p:nvPr>
        </p:nvSpPr>
        <p:spPr>
          <a:xfrm>
            <a:off x="1139826" y="1095632"/>
            <a:ext cx="9948304" cy="4786184"/>
          </a:xfrm>
        </p:spPr>
        <p:txBody>
          <a:bodyPr/>
          <a:lstStyle>
            <a:lvl1pPr>
              <a:defRPr sz="2000" baseline="0"/>
            </a:lvl1pPr>
            <a:lvl2pPr>
              <a:defRPr sz="2000" baseline="0"/>
            </a:lvl2pPr>
            <a:lvl3pPr indent="-201168">
              <a:defRPr sz="2000" baseline="0"/>
            </a:lvl3pPr>
            <a:lvl4pPr indent="-228600">
              <a:defRPr sz="2000" baseline="0"/>
            </a:lvl4pPr>
            <a:lvl5pPr indent="-201168">
              <a:defRPr sz="2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3800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image" Target="../media/image6.png"/><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bwMode="auto">
          <a:xfrm>
            <a:off x="1139825" y="396875"/>
            <a:ext cx="9915525" cy="4984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46084" name="Rectangle 3"/>
          <p:cNvSpPr>
            <a:spLocks noGrp="1" noChangeArrowheads="1"/>
          </p:cNvSpPr>
          <p:nvPr>
            <p:ph type="body" idx="1"/>
          </p:nvPr>
        </p:nvSpPr>
        <p:spPr bwMode="auto">
          <a:xfrm>
            <a:off x="1139825" y="1543050"/>
            <a:ext cx="9915525" cy="46355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p:cNvSpPr/>
          <p:nvPr userDrawn="1"/>
        </p:nvSpPr>
        <p:spPr>
          <a:xfrm>
            <a:off x="0" y="6400800"/>
            <a:ext cx="12188825" cy="4572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400" err="1">
              <a:latin typeface="Verdana"/>
              <a:cs typeface="Verdana"/>
            </a:endParaRPr>
          </a:p>
        </p:txBody>
      </p:sp>
      <p:sp>
        <p:nvSpPr>
          <p:cNvPr id="15" name="Footer Placeholder 4"/>
          <p:cNvSpPr txBox="1">
            <a:spLocks/>
          </p:cNvSpPr>
          <p:nvPr userDrawn="1"/>
        </p:nvSpPr>
        <p:spPr>
          <a:xfrm>
            <a:off x="1487978" y="6477000"/>
            <a:ext cx="5557348"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r>
              <a:rPr kumimoji="0" lang="en-US" sz="1000" b="0" i="0" u="none" strike="noStrike" kern="400" cap="none" spc="51" normalizeH="0" baseline="0" noProof="0">
                <a:ln>
                  <a:noFill/>
                </a:ln>
                <a:solidFill>
                  <a:srgbClr val="666666"/>
                </a:solidFill>
                <a:effectLst/>
                <a:uLnTx/>
                <a:uFillTx/>
                <a:latin typeface="arial" charset="0"/>
                <a:ea typeface="+mn-ea"/>
                <a:cs typeface="+mn-cs"/>
              </a:rPr>
              <a:t>John Deere | NCSU Senior Design Presentation | 9/4/2026</a:t>
            </a:r>
          </a:p>
        </p:txBody>
      </p:sp>
      <p:sp>
        <p:nvSpPr>
          <p:cNvPr id="16" name="Slide Number Placeholder 5"/>
          <p:cNvSpPr txBox="1">
            <a:spLocks/>
          </p:cNvSpPr>
          <p:nvPr userDrawn="1"/>
        </p:nvSpPr>
        <p:spPr>
          <a:xfrm>
            <a:off x="1139825" y="6477000"/>
            <a:ext cx="348153"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fld id="{924AB324-2015-404C-B61B-562C7B72081B}" type="slidenum">
              <a:rPr kumimoji="0" lang="en-US" sz="1000" b="0" i="0" u="none" strike="noStrike" kern="400" cap="none" spc="51" normalizeH="0" baseline="0" noProof="0" smtClean="0">
                <a:ln>
                  <a:noFill/>
                </a:ln>
                <a:solidFill>
                  <a:srgbClr val="666666"/>
                </a:solidFill>
                <a:effectLst/>
                <a:uLnTx/>
                <a:uFillTx/>
                <a:latin typeface="Arial" charset="0"/>
                <a:ea typeface="+mn-ea"/>
                <a:cs typeface="+mn-cs"/>
              </a:rPr>
              <a:pPr marL="0" marR="0" lvl="0" indent="0" algn="l" defTabSz="457207" rtl="0" eaLnBrk="1" fontAlgn="auto" latinLnBrk="0" hangingPunct="1">
                <a:lnSpc>
                  <a:spcPct val="100000"/>
                </a:lnSpc>
                <a:spcBef>
                  <a:spcPts val="0"/>
                </a:spcBef>
                <a:spcAft>
                  <a:spcPts val="0"/>
                </a:spcAft>
                <a:buClrTx/>
                <a:buSzTx/>
                <a:buFontTx/>
                <a:buNone/>
                <a:tabLst/>
                <a:defRPr/>
              </a:pPr>
              <a:t>‹#›</a:t>
            </a:fld>
            <a:endParaRPr kumimoji="0" lang="en-US" sz="1000" b="0" i="0" u="none" strike="noStrike" kern="400" cap="none" spc="51" normalizeH="0" baseline="0" noProof="0">
              <a:ln>
                <a:noFill/>
              </a:ln>
              <a:solidFill>
                <a:srgbClr val="666666"/>
              </a:solidFill>
              <a:effectLst/>
              <a:uLnTx/>
              <a:uFillTx/>
              <a:latin typeface="Arial" charset="0"/>
              <a:ea typeface="+mn-ea"/>
              <a:cs typeface="+mn-cs"/>
            </a:endParaRPr>
          </a:p>
        </p:txBody>
      </p:sp>
      <p:sp>
        <p:nvSpPr>
          <p:cNvPr id="3" name="TextBox 2">
            <a:extLst>
              <a:ext uri="{FF2B5EF4-FFF2-40B4-BE49-F238E27FC236}">
                <a16:creationId xmlns:a16="http://schemas.microsoft.com/office/drawing/2014/main" id="{9BFBD768-687B-B5DD-E847-612B245A80FC}"/>
              </a:ext>
            </a:extLst>
          </p:cNvPr>
          <p:cNvSpPr txBox="1"/>
          <p:nvPr>
            <p:extLst>
              <p:ext uri="{1162E1C5-73C7-4A58-AE30-91384D911F3F}">
                <p184:classification xmlns:p184="http://schemas.microsoft.com/office/powerpoint/2018/4/main" val="ftr"/>
              </p:ext>
            </p:extLst>
          </p:nvPr>
        </p:nvSpPr>
        <p:spPr>
          <a:xfrm>
            <a:off x="11689482" y="6615113"/>
            <a:ext cx="338137"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ea typeface="Calibri" panose="020F0502020204030204" pitchFamily="34" charset="0"/>
                <a:cs typeface="Calibri" panose="020F0502020204030204" pitchFamily="34" charset="0"/>
              </a:rPr>
              <a:t>Public</a:t>
            </a:r>
          </a:p>
        </p:txBody>
      </p:sp>
    </p:spTree>
  </p:cSld>
  <p:clrMap bg1="lt1" tx1="dk1" bg2="lt2" tx2="dk2" accent1="accent1" accent2="accent2" accent3="accent3" accent4="accent4" accent5="accent5" accent6="accent6" hlink="hlink" folHlink="folHlink"/>
  <p:sldLayoutIdLst>
    <p:sldLayoutId id="2147483722" r:id="rId1"/>
    <p:sldLayoutId id="2147483659" r:id="rId2"/>
    <p:sldLayoutId id="2147483723" r:id="rId3"/>
    <p:sldLayoutId id="2147483709" r:id="rId4"/>
    <p:sldLayoutId id="2147483661"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1" r:id="rId16"/>
    <p:sldLayoutId id="2147483698" r:id="rId17"/>
    <p:sldLayoutId id="2147483720" r:id="rId18"/>
    <p:sldLayoutId id="2147483724" r:id="rId19"/>
    <p:sldLayoutId id="2147483748" r:id="rId20"/>
    <p:sldLayoutId id="2147483749" r:id="rId21"/>
    <p:sldLayoutId id="2147483750" r:id="rId22"/>
  </p:sldLayoutIdLst>
  <p:hf hdr="0" dt="0"/>
  <p:txStyles>
    <p:titleStyle>
      <a:lvl1pPr algn="l" rtl="0" eaLnBrk="1" fontAlgn="base" hangingPunct="1">
        <a:lnSpc>
          <a:spcPts val="3200"/>
        </a:lnSpc>
        <a:spcBef>
          <a:spcPct val="0"/>
        </a:spcBef>
        <a:spcAft>
          <a:spcPct val="0"/>
        </a:spcAft>
        <a:defRPr sz="2600" b="1" i="0" spc="40" baseline="0">
          <a:solidFill>
            <a:schemeClr val="accent1"/>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p:titleStyle>
    <p:body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20" userDrawn="1">
          <p15:clr>
            <a:srgbClr val="F26B43"/>
          </p15:clr>
        </p15:guide>
        <p15:guide id="2" pos="718" userDrawn="1">
          <p15:clr>
            <a:srgbClr val="F26B43"/>
          </p15:clr>
        </p15:guide>
        <p15:guide id="3" pos="1284" userDrawn="1">
          <p15:clr>
            <a:srgbClr val="F26B43"/>
          </p15:clr>
        </p15:guide>
        <p15:guide id="4" pos="1430" userDrawn="1">
          <p15:clr>
            <a:srgbClr val="F26B43"/>
          </p15:clr>
        </p15:guide>
        <p15:guide id="5" pos="1994" userDrawn="1">
          <p15:clr>
            <a:srgbClr val="F26B43"/>
          </p15:clr>
        </p15:guide>
        <p15:guide id="6" pos="2140" userDrawn="1">
          <p15:clr>
            <a:srgbClr val="F26B43"/>
          </p15:clr>
        </p15:guide>
        <p15:guide id="7" pos="2704" userDrawn="1">
          <p15:clr>
            <a:srgbClr val="F26B43"/>
          </p15:clr>
        </p15:guide>
        <p15:guide id="8" pos="3416" userDrawn="1">
          <p15:clr>
            <a:srgbClr val="F26B43"/>
          </p15:clr>
        </p15:guide>
        <p15:guide id="9" pos="3558" userDrawn="1">
          <p15:clr>
            <a:srgbClr val="F26B43"/>
          </p15:clr>
        </p15:guide>
        <p15:guide id="10" pos="2850" userDrawn="1">
          <p15:clr>
            <a:srgbClr val="F26B43"/>
          </p15:clr>
        </p15:guide>
        <p15:guide id="11" pos="4124" userDrawn="1">
          <p15:clr>
            <a:srgbClr val="F26B43"/>
          </p15:clr>
        </p15:guide>
        <p15:guide id="12" pos="4268" userDrawn="1">
          <p15:clr>
            <a:srgbClr val="F26B43"/>
          </p15:clr>
        </p15:guide>
        <p15:guide id="13" pos="4834" userDrawn="1">
          <p15:clr>
            <a:srgbClr val="F26B43"/>
          </p15:clr>
        </p15:guide>
        <p15:guide id="14" pos="4978" userDrawn="1">
          <p15:clr>
            <a:srgbClr val="F26B43"/>
          </p15:clr>
        </p15:guide>
        <p15:guide id="15" pos="5544" userDrawn="1">
          <p15:clr>
            <a:srgbClr val="F26B43"/>
          </p15:clr>
        </p15:guide>
        <p15:guide id="16" pos="5688" userDrawn="1">
          <p15:clr>
            <a:srgbClr val="F26B43"/>
          </p15:clr>
        </p15:guide>
        <p15:guide id="17" pos="6254" userDrawn="1">
          <p15:clr>
            <a:srgbClr val="F26B43"/>
          </p15:clr>
        </p15:guide>
        <p15:guide id="18" pos="6398" userDrawn="1">
          <p15:clr>
            <a:srgbClr val="F26B43"/>
          </p15:clr>
        </p15:guide>
        <p15:guide id="19" pos="7678" userDrawn="1">
          <p15:clr>
            <a:srgbClr val="F26B43"/>
          </p15:clr>
        </p15:guide>
        <p15:guide id="20" orient="horz" pos="1876" userDrawn="1">
          <p15:clr>
            <a:srgbClr val="F26B43"/>
          </p15:clr>
        </p15:guide>
        <p15:guide id="21" orient="horz" pos="1012" userDrawn="1">
          <p15:clr>
            <a:srgbClr val="F26B43"/>
          </p15:clr>
        </p15:guide>
        <p15:guide id="22" orient="horz" pos="864" userDrawn="1">
          <p15:clr>
            <a:srgbClr val="F26B43"/>
          </p15:clr>
        </p15:guide>
        <p15:guide id="23" orient="horz" pos="692" userDrawn="1">
          <p15:clr>
            <a:srgbClr val="F26B43"/>
          </p15:clr>
        </p15:guide>
        <p15:guide id="24" orient="horz" pos="564" userDrawn="1">
          <p15:clr>
            <a:srgbClr val="F26B43"/>
          </p15:clr>
        </p15:guide>
        <p15:guide id="25" orient="horz" pos="442" userDrawn="1">
          <p15:clr>
            <a:srgbClr val="F26B43"/>
          </p15:clr>
        </p15:guide>
        <p15:guide id="26" orient="horz" pos="292" userDrawn="1">
          <p15:clr>
            <a:srgbClr val="F26B43"/>
          </p15:clr>
        </p15:guide>
        <p15:guide id="27" orient="horz" pos="2884" userDrawn="1">
          <p15:clr>
            <a:srgbClr val="F26B43"/>
          </p15:clr>
        </p15:guide>
        <p15:guide id="28" orient="horz" pos="3028" userDrawn="1">
          <p15:clr>
            <a:srgbClr val="F26B43"/>
          </p15:clr>
        </p15:guide>
        <p15:guide id="29" orient="horz" pos="3892" userDrawn="1">
          <p15:clr>
            <a:srgbClr val="F26B43"/>
          </p15:clr>
        </p15:guide>
        <p15:guide id="30" orient="horz" pos="4262" userDrawn="1">
          <p15:clr>
            <a:srgbClr val="F26B43"/>
          </p15:clr>
        </p15:guide>
        <p15:guide id="31" orient="horz" pos="4030" userDrawn="1">
          <p15:clr>
            <a:srgbClr val="F26B43"/>
          </p15:clr>
        </p15:guide>
        <p15:guide id="32" orient="horz" pos="4086" userDrawn="1">
          <p15:clr>
            <a:srgbClr val="F26B43"/>
          </p15:clr>
        </p15:guide>
        <p15:guide id="33" pos="69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bwMode="auto">
          <a:xfrm>
            <a:off x="1139825" y="396875"/>
            <a:ext cx="9915525" cy="49847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46084" name="Rectangle 3"/>
          <p:cNvSpPr>
            <a:spLocks noGrp="1" noChangeArrowheads="1"/>
          </p:cNvSpPr>
          <p:nvPr>
            <p:ph type="body" idx="1"/>
          </p:nvPr>
        </p:nvSpPr>
        <p:spPr bwMode="auto">
          <a:xfrm>
            <a:off x="1139825" y="1543050"/>
            <a:ext cx="9915525" cy="46355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p:cNvSpPr/>
          <p:nvPr userDrawn="1"/>
        </p:nvSpPr>
        <p:spPr>
          <a:xfrm>
            <a:off x="0" y="6400800"/>
            <a:ext cx="12188825" cy="457200"/>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400" err="1">
              <a:latin typeface="Verdana"/>
              <a:cs typeface="Verdana"/>
            </a:endParaRPr>
          </a:p>
        </p:txBody>
      </p:sp>
      <p:pic>
        <p:nvPicPr>
          <p:cNvPr id="14" name="Picture 13"/>
          <p:cNvPicPr>
            <a:picLocks noChangeAspect="1"/>
          </p:cNvPicPr>
          <p:nvPr userDrawn="1"/>
        </p:nvPicPr>
        <p:blipFill>
          <a:blip r:embed="rId23" cstate="print">
            <a:extLst>
              <a:ext uri="{28A0092B-C50C-407E-A947-70E740481C1C}">
                <a14:useLocalDpi xmlns:a14="http://schemas.microsoft.com/office/drawing/2010/main"/>
              </a:ext>
            </a:extLst>
          </a:blip>
          <a:stretch>
            <a:fillRect/>
          </a:stretch>
        </p:blipFill>
        <p:spPr>
          <a:xfrm>
            <a:off x="10266599" y="6389929"/>
            <a:ext cx="831494" cy="474421"/>
          </a:xfrm>
          <a:prstGeom prst="rect">
            <a:avLst/>
          </a:prstGeom>
        </p:spPr>
      </p:pic>
      <p:sp>
        <p:nvSpPr>
          <p:cNvPr id="15" name="Footer Placeholder 4"/>
          <p:cNvSpPr txBox="1">
            <a:spLocks/>
          </p:cNvSpPr>
          <p:nvPr userDrawn="1"/>
        </p:nvSpPr>
        <p:spPr>
          <a:xfrm>
            <a:off x="1487978" y="6477000"/>
            <a:ext cx="5557348"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r>
              <a:rPr kumimoji="0" lang="en-US" sz="1000" b="0" i="0" u="none" strike="noStrike" kern="400" cap="none" spc="51" normalizeH="0" baseline="0" noProof="0">
                <a:ln>
                  <a:noFill/>
                </a:ln>
                <a:solidFill>
                  <a:srgbClr val="666666"/>
                </a:solidFill>
                <a:effectLst/>
                <a:uLnTx/>
                <a:uFillTx/>
                <a:latin typeface="arial" charset="0"/>
                <a:ea typeface="+mn-ea"/>
                <a:cs typeface="+mn-cs"/>
              </a:rPr>
              <a:t>John Deere | NCSU Senior Design Presentation | 9/9/2022</a:t>
            </a:r>
          </a:p>
        </p:txBody>
      </p:sp>
      <p:sp>
        <p:nvSpPr>
          <p:cNvPr id="16" name="Slide Number Placeholder 5"/>
          <p:cNvSpPr txBox="1">
            <a:spLocks/>
          </p:cNvSpPr>
          <p:nvPr userDrawn="1"/>
        </p:nvSpPr>
        <p:spPr>
          <a:xfrm>
            <a:off x="1139825" y="6477000"/>
            <a:ext cx="348153" cy="276226"/>
          </a:xfrm>
          <a:prstGeom prst="rect">
            <a:avLst/>
          </a:prstGeom>
        </p:spPr>
        <p:txBody>
          <a:bodyPr lIns="0" tIns="0" rIns="0" bIns="0" anchor="ctr" anchorCtr="0"/>
          <a:lstStyle>
            <a:lvl1pPr>
              <a:defRPr kern="400" spc="50" baseline="0">
                <a:solidFill>
                  <a:srgbClr val="666666"/>
                </a:solidFill>
              </a:defRPr>
            </a:lvl1pPr>
          </a:lstStyle>
          <a:p>
            <a:pPr marL="0" marR="0" lvl="0" indent="0" algn="l" defTabSz="457207" rtl="0" eaLnBrk="1" fontAlgn="auto" latinLnBrk="0" hangingPunct="1">
              <a:lnSpc>
                <a:spcPct val="100000"/>
              </a:lnSpc>
              <a:spcBef>
                <a:spcPts val="0"/>
              </a:spcBef>
              <a:spcAft>
                <a:spcPts val="0"/>
              </a:spcAft>
              <a:buClrTx/>
              <a:buSzTx/>
              <a:buFontTx/>
              <a:buNone/>
              <a:tabLst/>
              <a:defRPr/>
            </a:pPr>
            <a:fld id="{924AB324-2015-404C-B61B-562C7B72081B}" type="slidenum">
              <a:rPr kumimoji="0" lang="en-US" sz="1000" b="0" i="0" u="none" strike="noStrike" kern="400" cap="none" spc="51" normalizeH="0" baseline="0" noProof="0" smtClean="0">
                <a:ln>
                  <a:noFill/>
                </a:ln>
                <a:solidFill>
                  <a:srgbClr val="666666"/>
                </a:solidFill>
                <a:effectLst/>
                <a:uLnTx/>
                <a:uFillTx/>
                <a:latin typeface="Arial" charset="0"/>
                <a:ea typeface="+mn-ea"/>
                <a:cs typeface="+mn-cs"/>
              </a:rPr>
              <a:pPr marL="0" marR="0" lvl="0" indent="0" algn="l" defTabSz="457207" rtl="0" eaLnBrk="1" fontAlgn="auto" latinLnBrk="0" hangingPunct="1">
                <a:lnSpc>
                  <a:spcPct val="100000"/>
                </a:lnSpc>
                <a:spcBef>
                  <a:spcPts val="0"/>
                </a:spcBef>
                <a:spcAft>
                  <a:spcPts val="0"/>
                </a:spcAft>
                <a:buClrTx/>
                <a:buSzTx/>
                <a:buFontTx/>
                <a:buNone/>
                <a:tabLst/>
                <a:defRPr/>
              </a:pPr>
              <a:t>‹#›</a:t>
            </a:fld>
            <a:endParaRPr kumimoji="0" lang="en-US" sz="1000" b="0" i="0" u="none" strike="noStrike" kern="400" cap="none" spc="51" normalizeH="0" baseline="0" noProof="0">
              <a:ln>
                <a:noFill/>
              </a:ln>
              <a:solidFill>
                <a:srgbClr val="666666"/>
              </a:solidFill>
              <a:effectLst/>
              <a:uLnTx/>
              <a:uFillTx/>
              <a:latin typeface="Arial" charset="0"/>
              <a:ea typeface="+mn-ea"/>
              <a:cs typeface="+mn-cs"/>
            </a:endParaRPr>
          </a:p>
        </p:txBody>
      </p:sp>
      <p:sp>
        <p:nvSpPr>
          <p:cNvPr id="3" name="TextBox 2">
            <a:extLst>
              <a:ext uri="{FF2B5EF4-FFF2-40B4-BE49-F238E27FC236}">
                <a16:creationId xmlns:a16="http://schemas.microsoft.com/office/drawing/2014/main" id="{81377222-3602-E72B-0496-D034A8F72099}"/>
              </a:ext>
            </a:extLst>
          </p:cNvPr>
          <p:cNvSpPr txBox="1"/>
          <p:nvPr>
            <p:extLst>
              <p:ext uri="{1162E1C5-73C7-4A58-AE30-91384D911F3F}">
                <p184:classification xmlns:p184="http://schemas.microsoft.com/office/powerpoint/2018/4/main" val="ftr"/>
              </p:ext>
            </p:extLst>
          </p:nvPr>
        </p:nvSpPr>
        <p:spPr>
          <a:xfrm>
            <a:off x="11879263" y="6705600"/>
            <a:ext cx="338137"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ea typeface="Calibri" panose="020F0502020204030204" pitchFamily="34" charset="0"/>
                <a:cs typeface="Calibri" panose="020F0502020204030204" pitchFamily="34" charset="0"/>
              </a:rPr>
              <a:t>Public</a:t>
            </a:r>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26" r:id="rId20"/>
    <p:sldLayoutId id="2147483727" r:id="rId21"/>
  </p:sldLayoutIdLst>
  <p:hf hdr="0" dt="0"/>
  <p:txStyles>
    <p:titleStyle>
      <a:lvl1pPr algn="l" rtl="0" eaLnBrk="1" fontAlgn="base" hangingPunct="1">
        <a:lnSpc>
          <a:spcPts val="3200"/>
        </a:lnSpc>
        <a:spcBef>
          <a:spcPct val="0"/>
        </a:spcBef>
        <a:spcAft>
          <a:spcPct val="0"/>
        </a:spcAft>
        <a:defRPr sz="2600" b="1" i="0" spc="40" baseline="0">
          <a:solidFill>
            <a:schemeClr val="accent2"/>
          </a:solidFill>
          <a:latin typeface="Arial" charset="0"/>
          <a:ea typeface="Arial" charset="0"/>
          <a:cs typeface="Arial" charset="0"/>
        </a:defRPr>
      </a:lvl1pPr>
      <a:lvl2pPr algn="l" rtl="0" eaLnBrk="1" fontAlgn="base" hangingPunct="1">
        <a:lnSpc>
          <a:spcPct val="90000"/>
        </a:lnSpc>
        <a:spcBef>
          <a:spcPct val="0"/>
        </a:spcBef>
        <a:spcAft>
          <a:spcPct val="0"/>
        </a:spcAft>
        <a:defRPr sz="2400" b="1">
          <a:solidFill>
            <a:srgbClr val="367C2B"/>
          </a:solidFill>
          <a:latin typeface="Verdana" pitchFamily="34" charset="0"/>
        </a:defRPr>
      </a:lvl2pPr>
      <a:lvl3pPr algn="l" rtl="0" eaLnBrk="1" fontAlgn="base" hangingPunct="1">
        <a:lnSpc>
          <a:spcPct val="90000"/>
        </a:lnSpc>
        <a:spcBef>
          <a:spcPct val="0"/>
        </a:spcBef>
        <a:spcAft>
          <a:spcPct val="0"/>
        </a:spcAft>
        <a:defRPr sz="2400" b="1">
          <a:solidFill>
            <a:srgbClr val="367C2B"/>
          </a:solidFill>
          <a:latin typeface="Verdana" pitchFamily="34" charset="0"/>
        </a:defRPr>
      </a:lvl3pPr>
      <a:lvl4pPr algn="l" rtl="0" eaLnBrk="1" fontAlgn="base" hangingPunct="1">
        <a:lnSpc>
          <a:spcPct val="90000"/>
        </a:lnSpc>
        <a:spcBef>
          <a:spcPct val="0"/>
        </a:spcBef>
        <a:spcAft>
          <a:spcPct val="0"/>
        </a:spcAft>
        <a:defRPr sz="2400" b="1">
          <a:solidFill>
            <a:srgbClr val="367C2B"/>
          </a:solidFill>
          <a:latin typeface="Verdana" pitchFamily="34" charset="0"/>
        </a:defRPr>
      </a:lvl4pPr>
      <a:lvl5pPr algn="l" rtl="0" eaLnBrk="1" fontAlgn="base" hangingPunct="1">
        <a:lnSpc>
          <a:spcPct val="90000"/>
        </a:lnSpc>
        <a:spcBef>
          <a:spcPct val="0"/>
        </a:spcBef>
        <a:spcAft>
          <a:spcPct val="0"/>
        </a:spcAft>
        <a:defRPr sz="2400" b="1">
          <a:solidFill>
            <a:srgbClr val="367C2B"/>
          </a:solidFill>
          <a:latin typeface="Verdana" pitchFamily="34" charset="0"/>
        </a:defRPr>
      </a:lvl5pPr>
      <a:lvl6pPr marL="457200" algn="l" rtl="0" eaLnBrk="1" fontAlgn="base" hangingPunct="1">
        <a:lnSpc>
          <a:spcPct val="90000"/>
        </a:lnSpc>
        <a:spcBef>
          <a:spcPct val="0"/>
        </a:spcBef>
        <a:spcAft>
          <a:spcPct val="0"/>
        </a:spcAft>
        <a:defRPr sz="2400" b="1">
          <a:solidFill>
            <a:srgbClr val="367C2B"/>
          </a:solidFill>
          <a:latin typeface="Verdana" pitchFamily="34" charset="0"/>
        </a:defRPr>
      </a:lvl6pPr>
      <a:lvl7pPr marL="914400" algn="l" rtl="0" eaLnBrk="1" fontAlgn="base" hangingPunct="1">
        <a:lnSpc>
          <a:spcPct val="90000"/>
        </a:lnSpc>
        <a:spcBef>
          <a:spcPct val="0"/>
        </a:spcBef>
        <a:spcAft>
          <a:spcPct val="0"/>
        </a:spcAft>
        <a:defRPr sz="2400" b="1">
          <a:solidFill>
            <a:srgbClr val="367C2B"/>
          </a:solidFill>
          <a:latin typeface="Verdana" pitchFamily="34" charset="0"/>
        </a:defRPr>
      </a:lvl7pPr>
      <a:lvl8pPr marL="1371600" algn="l" rtl="0" eaLnBrk="1" fontAlgn="base" hangingPunct="1">
        <a:lnSpc>
          <a:spcPct val="90000"/>
        </a:lnSpc>
        <a:spcBef>
          <a:spcPct val="0"/>
        </a:spcBef>
        <a:spcAft>
          <a:spcPct val="0"/>
        </a:spcAft>
        <a:defRPr sz="2400" b="1">
          <a:solidFill>
            <a:srgbClr val="367C2B"/>
          </a:solidFill>
          <a:latin typeface="Verdana" pitchFamily="34" charset="0"/>
        </a:defRPr>
      </a:lvl8pPr>
      <a:lvl9pPr marL="1828800" algn="l" rtl="0" eaLnBrk="1" fontAlgn="base" hangingPunct="1">
        <a:lnSpc>
          <a:spcPct val="90000"/>
        </a:lnSpc>
        <a:spcBef>
          <a:spcPct val="0"/>
        </a:spcBef>
        <a:spcAft>
          <a:spcPct val="0"/>
        </a:spcAft>
        <a:defRPr sz="2400" b="1">
          <a:solidFill>
            <a:srgbClr val="367C2B"/>
          </a:solidFill>
          <a:latin typeface="Verdana" pitchFamily="34" charset="0"/>
        </a:defRPr>
      </a:lvl9pPr>
    </p:titleStyle>
    <p:body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020" userDrawn="1">
          <p15:clr>
            <a:srgbClr val="F26B43"/>
          </p15:clr>
        </p15:guide>
        <p15:guide id="2" pos="718" userDrawn="1">
          <p15:clr>
            <a:srgbClr val="F26B43"/>
          </p15:clr>
        </p15:guide>
        <p15:guide id="3" pos="1284" userDrawn="1">
          <p15:clr>
            <a:srgbClr val="F26B43"/>
          </p15:clr>
        </p15:guide>
        <p15:guide id="4" pos="1430" userDrawn="1">
          <p15:clr>
            <a:srgbClr val="F26B43"/>
          </p15:clr>
        </p15:guide>
        <p15:guide id="5" pos="1994" userDrawn="1">
          <p15:clr>
            <a:srgbClr val="F26B43"/>
          </p15:clr>
        </p15:guide>
        <p15:guide id="6" pos="2140" userDrawn="1">
          <p15:clr>
            <a:srgbClr val="F26B43"/>
          </p15:clr>
        </p15:guide>
        <p15:guide id="7" pos="2704" userDrawn="1">
          <p15:clr>
            <a:srgbClr val="F26B43"/>
          </p15:clr>
        </p15:guide>
        <p15:guide id="8" pos="3416" userDrawn="1">
          <p15:clr>
            <a:srgbClr val="F26B43"/>
          </p15:clr>
        </p15:guide>
        <p15:guide id="9" pos="3558" userDrawn="1">
          <p15:clr>
            <a:srgbClr val="F26B43"/>
          </p15:clr>
        </p15:guide>
        <p15:guide id="10" pos="2850" userDrawn="1">
          <p15:clr>
            <a:srgbClr val="F26B43"/>
          </p15:clr>
        </p15:guide>
        <p15:guide id="11" pos="4124" userDrawn="1">
          <p15:clr>
            <a:srgbClr val="F26B43"/>
          </p15:clr>
        </p15:guide>
        <p15:guide id="12" pos="4268" userDrawn="1">
          <p15:clr>
            <a:srgbClr val="F26B43"/>
          </p15:clr>
        </p15:guide>
        <p15:guide id="13" pos="4834" userDrawn="1">
          <p15:clr>
            <a:srgbClr val="F26B43"/>
          </p15:clr>
        </p15:guide>
        <p15:guide id="14" pos="4978" userDrawn="1">
          <p15:clr>
            <a:srgbClr val="F26B43"/>
          </p15:clr>
        </p15:guide>
        <p15:guide id="15" pos="5544" userDrawn="1">
          <p15:clr>
            <a:srgbClr val="F26B43"/>
          </p15:clr>
        </p15:guide>
        <p15:guide id="16" pos="5688" userDrawn="1">
          <p15:clr>
            <a:srgbClr val="F26B43"/>
          </p15:clr>
        </p15:guide>
        <p15:guide id="17" pos="6254" userDrawn="1">
          <p15:clr>
            <a:srgbClr val="F26B43"/>
          </p15:clr>
        </p15:guide>
        <p15:guide id="18" pos="6398" userDrawn="1">
          <p15:clr>
            <a:srgbClr val="F26B43"/>
          </p15:clr>
        </p15:guide>
        <p15:guide id="19" pos="7678" userDrawn="1">
          <p15:clr>
            <a:srgbClr val="F26B43"/>
          </p15:clr>
        </p15:guide>
        <p15:guide id="20" orient="horz" pos="1876" userDrawn="1">
          <p15:clr>
            <a:srgbClr val="F26B43"/>
          </p15:clr>
        </p15:guide>
        <p15:guide id="21" orient="horz" pos="1012" userDrawn="1">
          <p15:clr>
            <a:srgbClr val="F26B43"/>
          </p15:clr>
        </p15:guide>
        <p15:guide id="22" orient="horz" pos="864" userDrawn="1">
          <p15:clr>
            <a:srgbClr val="F26B43"/>
          </p15:clr>
        </p15:guide>
        <p15:guide id="23" orient="horz" pos="692" userDrawn="1">
          <p15:clr>
            <a:srgbClr val="F26B43"/>
          </p15:clr>
        </p15:guide>
        <p15:guide id="24" orient="horz" pos="564" userDrawn="1">
          <p15:clr>
            <a:srgbClr val="F26B43"/>
          </p15:clr>
        </p15:guide>
        <p15:guide id="25" orient="horz" pos="442" userDrawn="1">
          <p15:clr>
            <a:srgbClr val="F26B43"/>
          </p15:clr>
        </p15:guide>
        <p15:guide id="26" orient="horz" pos="292" userDrawn="1">
          <p15:clr>
            <a:srgbClr val="F26B43"/>
          </p15:clr>
        </p15:guide>
        <p15:guide id="27" orient="horz" pos="2884" userDrawn="1">
          <p15:clr>
            <a:srgbClr val="F26B43"/>
          </p15:clr>
        </p15:guide>
        <p15:guide id="28" orient="horz" pos="3028" userDrawn="1">
          <p15:clr>
            <a:srgbClr val="F26B43"/>
          </p15:clr>
        </p15:guide>
        <p15:guide id="29" orient="horz" pos="3892" userDrawn="1">
          <p15:clr>
            <a:srgbClr val="F26B43"/>
          </p15:clr>
        </p15:guide>
        <p15:guide id="30" orient="horz" pos="4262" userDrawn="1">
          <p15:clr>
            <a:srgbClr val="F26B43"/>
          </p15:clr>
        </p15:guide>
        <p15:guide id="31" orient="horz" pos="4030" userDrawn="1">
          <p15:clr>
            <a:srgbClr val="F26B43"/>
          </p15:clr>
        </p15:guide>
        <p15:guide id="32" orient="horz" pos="4086" userDrawn="1">
          <p15:clr>
            <a:srgbClr val="F26B43"/>
          </p15:clr>
        </p15:guide>
        <p15:guide id="33" pos="69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MeyersJosephE@JohnDeere.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0.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5.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5.xml"/><Relationship Id="rId6" Type="http://schemas.openxmlformats.org/officeDocument/2006/relationships/image" Target="../media/image22.jpeg"/><Relationship Id="rId5" Type="http://schemas.openxmlformats.org/officeDocument/2006/relationships/image" Target="../media/image21.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sz="quarter" idx="10"/>
          </p:nvPr>
        </p:nvSpPr>
        <p:spPr/>
        <p:txBody>
          <a:bodyPr/>
          <a:lstStyle/>
          <a:p>
            <a:r>
              <a:rPr lang="en-US"/>
              <a:t>NCSU Capstone Senior Design Project</a:t>
            </a:r>
          </a:p>
        </p:txBody>
      </p:sp>
      <p:sp>
        <p:nvSpPr>
          <p:cNvPr id="10" name="Title 9"/>
          <p:cNvSpPr>
            <a:spLocks noGrp="1"/>
          </p:cNvSpPr>
          <p:nvPr>
            <p:ph type="ctrTitle"/>
          </p:nvPr>
        </p:nvSpPr>
        <p:spPr/>
        <p:txBody>
          <a:bodyPr>
            <a:noAutofit/>
          </a:bodyPr>
          <a:lstStyle/>
          <a:p>
            <a:pPr marL="0" marR="0">
              <a:lnSpc>
                <a:spcPct val="107000"/>
              </a:lnSpc>
              <a:spcBef>
                <a:spcPts val="0"/>
              </a:spcBef>
              <a:spcAft>
                <a:spcPts val="0"/>
              </a:spcAft>
            </a:pPr>
            <a:r>
              <a:rPr lang="en-US" sz="2800">
                <a:effectLst/>
                <a:latin typeface="Calibri"/>
                <a:ea typeface="Calibri"/>
                <a:cs typeface="Times New Roman"/>
              </a:rPr>
              <a:t>Automatic Grass Catcher Cleanout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963A7262-7818-4446-512B-C11F53DE51C9}"/>
              </a:ext>
            </a:extLst>
          </p:cNvPr>
          <p:cNvPicPr>
            <a:picLocks noChangeAspect="1"/>
          </p:cNvPicPr>
          <p:nvPr/>
        </p:nvPicPr>
        <p:blipFill>
          <a:blip r:embed="rId2">
            <a:extLst>
              <a:ext uri="{28A0092B-C50C-407E-A947-70E740481C1C}">
                <a14:useLocalDpi xmlns:a14="http://schemas.microsoft.com/office/drawing/2010/main" val="0"/>
              </a:ext>
            </a:extLst>
          </a:blip>
          <a:srcRect t="11436" b="21287"/>
          <a:stretch>
            <a:fillRect/>
          </a:stretch>
        </p:blipFill>
        <p:spPr>
          <a:xfrm>
            <a:off x="0" y="1392604"/>
            <a:ext cx="12188825" cy="5465396"/>
          </a:xfrm>
          <a:prstGeom prst="rect">
            <a:avLst/>
          </a:prstGeom>
        </p:spPr>
      </p:pic>
    </p:spTree>
    <p:extLst>
      <p:ext uri="{BB962C8B-B14F-4D97-AF65-F5344CB8AC3E}">
        <p14:creationId xmlns:p14="http://schemas.microsoft.com/office/powerpoint/2010/main" val="1335722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39826" y="396875"/>
            <a:ext cx="8788400" cy="498475"/>
          </a:xfrm>
        </p:spPr>
        <p:txBody>
          <a:bodyPr/>
          <a:lstStyle/>
          <a:p>
            <a:r>
              <a:rPr lang="en-US"/>
              <a:t>Agenda</a:t>
            </a:r>
          </a:p>
        </p:txBody>
      </p:sp>
      <p:sp>
        <p:nvSpPr>
          <p:cNvPr id="3" name="Text Placeholder 2"/>
          <p:cNvSpPr>
            <a:spLocks noGrp="1"/>
          </p:cNvSpPr>
          <p:nvPr>
            <p:ph type="body" sz="quarter" idx="4294967295"/>
          </p:nvPr>
        </p:nvSpPr>
        <p:spPr>
          <a:xfrm>
            <a:off x="1139825" y="822325"/>
            <a:ext cx="8788402" cy="450850"/>
          </a:xfrm>
        </p:spPr>
        <p:txBody>
          <a:bodyPr/>
          <a:lstStyle/>
          <a:p>
            <a:r>
              <a:rPr lang="en-US" sz="2200" dirty="0">
                <a:latin typeface="Arial"/>
                <a:cs typeface="Arial"/>
              </a:rPr>
              <a:t>Capstone Project: Automated Grass Catcher Cleanout</a:t>
            </a:r>
            <a:endParaRPr lang="en-US" sz="2200" dirty="0"/>
          </a:p>
        </p:txBody>
      </p:sp>
      <p:graphicFrame>
        <p:nvGraphicFramePr>
          <p:cNvPr id="4" name="Table 3"/>
          <p:cNvGraphicFramePr>
            <a:graphicFrameLocks noGrp="1"/>
          </p:cNvGraphicFramePr>
          <p:nvPr>
            <p:extLst>
              <p:ext uri="{D42A27DB-BD31-4B8C-83A1-F6EECF244321}">
                <p14:modId xmlns:p14="http://schemas.microsoft.com/office/powerpoint/2010/main" val="3270420307"/>
              </p:ext>
            </p:extLst>
          </p:nvPr>
        </p:nvGraphicFramePr>
        <p:xfrm>
          <a:off x="1139825" y="1506021"/>
          <a:ext cx="8835592" cy="2653734"/>
        </p:xfrm>
        <a:graphic>
          <a:graphicData uri="http://schemas.openxmlformats.org/drawingml/2006/table">
            <a:tbl>
              <a:tblPr firstRow="1" bandRow="1">
                <a:tableStyleId>{5C22544A-7EE6-4342-B048-85BDC9FD1C3A}</a:tableStyleId>
              </a:tblPr>
              <a:tblGrid>
                <a:gridCol w="1386317">
                  <a:extLst>
                    <a:ext uri="{9D8B030D-6E8A-4147-A177-3AD203B41FA5}">
                      <a16:colId xmlns:a16="http://schemas.microsoft.com/office/drawing/2014/main" val="20000"/>
                    </a:ext>
                  </a:extLst>
                </a:gridCol>
                <a:gridCol w="3057271">
                  <a:extLst>
                    <a:ext uri="{9D8B030D-6E8A-4147-A177-3AD203B41FA5}">
                      <a16:colId xmlns:a16="http://schemas.microsoft.com/office/drawing/2014/main" val="20001"/>
                    </a:ext>
                  </a:extLst>
                </a:gridCol>
                <a:gridCol w="4392004">
                  <a:extLst>
                    <a:ext uri="{9D8B030D-6E8A-4147-A177-3AD203B41FA5}">
                      <a16:colId xmlns:a16="http://schemas.microsoft.com/office/drawing/2014/main" val="20002"/>
                    </a:ext>
                  </a:extLst>
                </a:gridCol>
              </a:tblGrid>
              <a:tr h="698391">
                <a:tc>
                  <a:txBody>
                    <a:bodyPr/>
                    <a:lstStyle/>
                    <a:p>
                      <a:endParaRPr lang="en-US" b="0" i="0">
                        <a:solidFill>
                          <a:schemeClr val="tx1"/>
                        </a:solidFill>
                        <a:latin typeface="Arial" charset="0"/>
                        <a:ea typeface="Arial" charset="0"/>
                        <a:cs typeface="Arial" charset="0"/>
                      </a:endParaRPr>
                    </a:p>
                  </a:txBody>
                  <a:tcPr marL="0" marR="0"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Presenter Introductions</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a:ea typeface="Arial" charset="0"/>
                          <a:cs typeface="Arial"/>
                        </a:rPr>
                        <a:t>Jeremy, Keir, Chris, Joe, John</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98391">
                <a:tc>
                  <a:txBody>
                    <a:bodyPr/>
                    <a:lstStyle/>
                    <a:p>
                      <a:endParaRPr lang="en-US" b="0" i="0">
                        <a:solidFill>
                          <a:schemeClr val="tx1"/>
                        </a:solidFill>
                        <a:latin typeface="Arial" charset="0"/>
                        <a:ea typeface="Arial" charset="0"/>
                        <a:cs typeface="Arial" charset="0"/>
                      </a:endParaRPr>
                    </a:p>
                  </a:txBody>
                  <a:tcPr marL="0" marR="0"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John Deere Overview</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Joe</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98584">
                <a:tc>
                  <a:txBody>
                    <a:bodyPr/>
                    <a:lstStyle/>
                    <a:p>
                      <a:endParaRPr lang="en-US" b="0" i="0">
                        <a:solidFill>
                          <a:schemeClr val="tx1"/>
                        </a:solidFill>
                        <a:latin typeface="Arial" charset="0"/>
                        <a:ea typeface="Arial" charset="0"/>
                        <a:cs typeface="Arial" charset="0"/>
                      </a:endParaRPr>
                    </a:p>
                  </a:txBody>
                  <a:tcPr marL="0" marR="0"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Introduction to Turf Care</a:t>
                      </a:r>
                    </a:p>
                    <a:p>
                      <a:r>
                        <a:rPr lang="en-US" b="0" i="0">
                          <a:solidFill>
                            <a:schemeClr val="tx1"/>
                          </a:solidFill>
                          <a:latin typeface="Arial" charset="0"/>
                          <a:ea typeface="Arial" charset="0"/>
                          <a:cs typeface="Arial" charset="0"/>
                        </a:rPr>
                        <a:t>Fuquay Varina NC</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Jeremy</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98584">
                <a:tc>
                  <a:txBody>
                    <a:bodyPr/>
                    <a:lstStyle/>
                    <a:p>
                      <a:endParaRPr lang="en-US" b="0" i="0">
                        <a:solidFill>
                          <a:schemeClr val="tx1"/>
                        </a:solidFill>
                        <a:latin typeface="Arial" charset="0"/>
                        <a:ea typeface="Arial" charset="0"/>
                        <a:cs typeface="Arial" charset="0"/>
                      </a:endParaRPr>
                    </a:p>
                  </a:txBody>
                  <a:tcPr marL="0" marR="0"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charset="0"/>
                          <a:ea typeface="Arial" charset="0"/>
                          <a:cs typeface="Arial" charset="0"/>
                        </a:rPr>
                        <a:t>Project Overview</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0">
                          <a:solidFill>
                            <a:schemeClr val="tx1"/>
                          </a:solidFill>
                          <a:latin typeface="Arial"/>
                          <a:ea typeface="Arial" charset="0"/>
                          <a:cs typeface="Arial"/>
                        </a:rPr>
                        <a:t>Keir, Chris and Team</a:t>
                      </a:r>
                    </a:p>
                  </a:txBody>
                  <a:tcPr marT="54864" marB="5486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p:sp>
        <p:nvSpPr>
          <p:cNvPr id="5" name="TextBox 4">
            <a:extLst>
              <a:ext uri="{FF2B5EF4-FFF2-40B4-BE49-F238E27FC236}">
                <a16:creationId xmlns:a16="http://schemas.microsoft.com/office/drawing/2014/main" id="{D151970A-8D23-3F01-0515-6FEBB431B16E}"/>
              </a:ext>
            </a:extLst>
          </p:cNvPr>
          <p:cNvSpPr txBox="1"/>
          <p:nvPr/>
        </p:nvSpPr>
        <p:spPr>
          <a:xfrm>
            <a:off x="4866640" y="6593840"/>
            <a:ext cx="0" cy="0"/>
          </a:xfrm>
          <a:prstGeom prst="rect">
            <a:avLst/>
          </a:prstGeom>
          <a:noFill/>
        </p:spPr>
        <p:txBody>
          <a:bodyPr wrap="none" lIns="0" tIns="0" rIns="0" bIns="0" rtlCol="0">
            <a:noAutofit/>
          </a:bodyPr>
          <a:lstStyle/>
          <a:p>
            <a:pPr>
              <a:lnSpc>
                <a:spcPct val="110000"/>
              </a:lnSpc>
              <a:spcAft>
                <a:spcPts val="900"/>
              </a:spcAft>
            </a:pPr>
            <a:endParaRPr lang="en-US" sz="2000" b="0" spc="40" err="1">
              <a:solidFill>
                <a:srgbClr val="000000"/>
              </a:solidFill>
              <a:latin typeface="Arial" charset="0"/>
            </a:endParaRPr>
          </a:p>
        </p:txBody>
      </p:sp>
    </p:spTree>
    <p:extLst>
      <p:ext uri="{BB962C8B-B14F-4D97-AF65-F5344CB8AC3E}">
        <p14:creationId xmlns:p14="http://schemas.microsoft.com/office/powerpoint/2010/main" val="195090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39826" y="396875"/>
            <a:ext cx="8788400" cy="498475"/>
          </a:xfrm>
        </p:spPr>
        <p:txBody>
          <a:bodyPr/>
          <a:lstStyle/>
          <a:p>
            <a:r>
              <a:rPr lang="en-US"/>
              <a:t>Presenters</a:t>
            </a:r>
          </a:p>
        </p:txBody>
      </p:sp>
      <p:sp>
        <p:nvSpPr>
          <p:cNvPr id="5" name="Content Placeholder 4"/>
          <p:cNvSpPr>
            <a:spLocks noGrp="1"/>
          </p:cNvSpPr>
          <p:nvPr>
            <p:ph idx="4294967295"/>
          </p:nvPr>
        </p:nvSpPr>
        <p:spPr>
          <a:xfrm>
            <a:off x="1139826" y="1221015"/>
            <a:ext cx="5112309" cy="2447471"/>
          </a:xfrm>
        </p:spPr>
        <p:txBody>
          <a:bodyPr/>
          <a:lstStyle/>
          <a:p>
            <a:r>
              <a:rPr lang="en-US" b="1" u="sng">
                <a:solidFill>
                  <a:srgbClr val="000000"/>
                </a:solidFill>
                <a:latin typeface="Arial"/>
                <a:ea typeface="ヒラギノ角ゴ Pro W3"/>
                <a:cs typeface="Arial"/>
              </a:rPr>
              <a:t>Jeremy Lambert</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Project Engineer – </a:t>
            </a:r>
            <a:r>
              <a:rPr lang="en-US" sz="1800">
                <a:solidFill>
                  <a:srgbClr val="000000"/>
                </a:solidFill>
                <a:latin typeface="Arial"/>
                <a:ea typeface="ヒラギノ角ゴ Pro W3"/>
                <a:cs typeface="Arial"/>
              </a:rPr>
              <a:t>Golf</a:t>
            </a:r>
          </a:p>
          <a:p>
            <a:pPr marL="342900" indent="-342900">
              <a:buFont typeface="Arial" panose="020B0604020202020204" pitchFamily="34" charset="0"/>
              <a:buChar char="•"/>
            </a:pPr>
            <a:r>
              <a:rPr lang="en-US" sz="1800">
                <a:solidFill>
                  <a:srgbClr val="000000"/>
                </a:solidFill>
                <a:latin typeface="Arial"/>
                <a:ea typeface="ヒラギノ角ゴ Pro W3"/>
                <a:cs typeface="Arial"/>
              </a:rPr>
              <a:t>BSME 2004, MSME 2006, MBA 2011 NCSU</a:t>
            </a:r>
            <a:endParaRPr lang="en-US" sz="1800">
              <a:solidFill>
                <a:srgbClr val="000000"/>
              </a:solidFill>
              <a:ea typeface="ヒラギノ角ゴ Pro W3" pitchFamily="-97" charset="-128"/>
            </a:endParaRPr>
          </a:p>
          <a:p>
            <a:pPr marL="342900" indent="-342900">
              <a:buFont typeface="Arial" panose="020B0604020202020204" pitchFamily="34" charset="0"/>
              <a:buChar char="•"/>
            </a:pPr>
            <a:r>
              <a:rPr lang="en-US" sz="1800">
                <a:solidFill>
                  <a:srgbClr val="000000"/>
                </a:solidFill>
                <a:latin typeface="Arial"/>
                <a:ea typeface="ヒラギノ角ゴ Pro W3"/>
                <a:cs typeface="Arial"/>
              </a:rPr>
              <a:t>18</a:t>
            </a:r>
            <a:r>
              <a:rPr lang="en-US" sz="1800" kern="0">
                <a:solidFill>
                  <a:srgbClr val="000000"/>
                </a:solidFill>
                <a:latin typeface="Arial"/>
                <a:ea typeface="ヒラギノ角ゴ Pro W3"/>
                <a:cs typeface="Arial"/>
              </a:rPr>
              <a:t> </a:t>
            </a:r>
            <a:r>
              <a:rPr lang="en-US" sz="1800">
                <a:solidFill>
                  <a:srgbClr val="000000"/>
                </a:solidFill>
                <a:latin typeface="Arial"/>
                <a:ea typeface="ヒラギノ角ゴ Pro W3"/>
                <a:cs typeface="Arial"/>
              </a:rPr>
              <a:t>Years</a:t>
            </a:r>
            <a:r>
              <a:rPr lang="en-US" sz="1800" kern="0">
                <a:solidFill>
                  <a:srgbClr val="000000"/>
                </a:solidFill>
                <a:latin typeface="Arial"/>
                <a:ea typeface="ヒラギノ角ゴ Pro W3"/>
                <a:cs typeface="Arial"/>
              </a:rPr>
              <a:t> with Deere</a:t>
            </a:r>
          </a:p>
          <a:p>
            <a:pPr marL="342900" indent="-342900">
              <a:buFont typeface="Arial" panose="020B0604020202020204" pitchFamily="34" charset="0"/>
              <a:buChar char="•"/>
            </a:pPr>
            <a:r>
              <a:rPr lang="en-US" sz="1800">
                <a:solidFill>
                  <a:srgbClr val="000000"/>
                </a:solidFill>
                <a:latin typeface="Arial"/>
                <a:ea typeface="ヒラギノ角ゴ Pro W3"/>
                <a:cs typeface="Arial"/>
              </a:rPr>
              <a:t>lambertjeremyb@johndeere.com</a:t>
            </a:r>
            <a:endParaRPr lang="en-US" sz="1800">
              <a:solidFill>
                <a:srgbClr val="000000"/>
              </a:solidFill>
              <a:ea typeface="ヒラギノ角ゴ Pro W3" pitchFamily="-97" charset="-128"/>
            </a:endParaRPr>
          </a:p>
          <a:p>
            <a:endParaRPr lang="en-US" b="1" u="sng">
              <a:solidFill>
                <a:srgbClr val="000000"/>
              </a:solidFill>
              <a:ea typeface="ヒラギノ角ゴ Pro W3" pitchFamily="-97" charset="-128"/>
            </a:endParaRPr>
          </a:p>
        </p:txBody>
      </p:sp>
      <p:sp>
        <p:nvSpPr>
          <p:cNvPr id="6" name="Content Placeholder 4">
            <a:extLst>
              <a:ext uri="{FF2B5EF4-FFF2-40B4-BE49-F238E27FC236}">
                <a16:creationId xmlns:a16="http://schemas.microsoft.com/office/drawing/2014/main" id="{9C332502-0862-4E0F-88E1-78CDD3C0D8DD}"/>
              </a:ext>
            </a:extLst>
          </p:cNvPr>
          <p:cNvSpPr txBox="1">
            <a:spLocks/>
          </p:cNvSpPr>
          <p:nvPr/>
        </p:nvSpPr>
        <p:spPr bwMode="auto">
          <a:xfrm>
            <a:off x="6438997" y="1202921"/>
            <a:ext cx="5337345" cy="24474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b="1" u="sng" kern="0">
                <a:solidFill>
                  <a:srgbClr val="000000"/>
                </a:solidFill>
                <a:latin typeface="Arial"/>
                <a:ea typeface="ヒラギノ角ゴ Pro W3"/>
                <a:cs typeface="Arial"/>
              </a:rPr>
              <a:t>Joseph Meyers</a:t>
            </a:r>
            <a:endParaRPr lang="en-US"/>
          </a:p>
          <a:p>
            <a:pPr marL="342900" indent="-342900">
              <a:buFont typeface="Arial,Sans-Serif"/>
              <a:buChar char="•"/>
            </a:pPr>
            <a:r>
              <a:rPr lang="en-US" sz="1800" kern="0">
                <a:latin typeface="Arial"/>
                <a:ea typeface="ヒラギノ角ゴ Pro W3"/>
                <a:cs typeface="Arial"/>
              </a:rPr>
              <a:t>Product Engineer – Compact Utility Tractors</a:t>
            </a:r>
            <a:endParaRPr lang="en-US" sz="1800" kern="0">
              <a:ea typeface="ヒラギノ角ゴ Pro W3"/>
            </a:endParaRPr>
          </a:p>
          <a:p>
            <a:pPr marL="342900" indent="-342900">
              <a:buFont typeface="Arial,Sans-Serif"/>
              <a:buChar char="•"/>
            </a:pPr>
            <a:r>
              <a:rPr lang="en-US" sz="1800" kern="0">
                <a:latin typeface="Arial"/>
                <a:ea typeface="ヒラギノ角ゴ Pro W3"/>
                <a:cs typeface="Arial"/>
              </a:rPr>
              <a:t>BSME 2019 NCSU</a:t>
            </a:r>
            <a:endParaRPr lang="en-US" sz="1800" kern="0"/>
          </a:p>
          <a:p>
            <a:pPr marL="342900" indent="-342900">
              <a:buFont typeface="Arial,Sans-Serif"/>
              <a:buChar char="•"/>
            </a:pPr>
            <a:r>
              <a:rPr lang="en-US" sz="1800" kern="0">
                <a:latin typeface="Arial"/>
                <a:ea typeface="ヒラギノ角ゴ Pro W3"/>
                <a:cs typeface="Arial"/>
              </a:rPr>
              <a:t>7 Years with Deere</a:t>
            </a:r>
          </a:p>
          <a:p>
            <a:pPr marL="342900" indent="-342900">
              <a:buFont typeface="Arial,Sans-Serif"/>
              <a:buChar char="•"/>
            </a:pPr>
            <a:r>
              <a:rPr lang="en-US" sz="1800" kern="0">
                <a:latin typeface="Arial"/>
                <a:ea typeface="ヒラギノ角ゴ Pro W3"/>
                <a:cs typeface="Arial"/>
                <a:hlinkClick r:id="rId3"/>
              </a:rPr>
              <a:t>MeyersJosephE@JohnDeere.com</a:t>
            </a:r>
            <a:endParaRPr lang="en-US" sz="1800" kern="0">
              <a:latin typeface="Arial"/>
              <a:ea typeface="ヒラギノ角ゴ Pro W3"/>
              <a:cs typeface="Arial"/>
            </a:endParaRPr>
          </a:p>
          <a:p>
            <a:pPr marL="285750" indent="-285750">
              <a:buFont typeface="Arial"/>
              <a:buChar char="•"/>
            </a:pPr>
            <a:endParaRPr lang="en-US" kern="0">
              <a:latin typeface="Arial"/>
              <a:ea typeface="ヒラギノ角ゴ Pro W3"/>
              <a:cs typeface="Arial"/>
            </a:endParaRPr>
          </a:p>
          <a:p>
            <a:pPr marL="342900" indent="-342900">
              <a:buFont typeface="Arial,Sans-Serif"/>
              <a:buChar char="•"/>
            </a:pPr>
            <a:endParaRPr lang="en-US" sz="1800" kern="0">
              <a:ea typeface="ヒラギノ角ゴ Pro W3"/>
            </a:endParaRPr>
          </a:p>
          <a:p>
            <a:endParaRPr lang="en-US" b="1" u="sng" kern="0">
              <a:ea typeface="ヒラギノ角ゴ Pro W3"/>
            </a:endParaRPr>
          </a:p>
        </p:txBody>
      </p:sp>
      <p:sp>
        <p:nvSpPr>
          <p:cNvPr id="8" name="Content Placeholder 4">
            <a:extLst>
              <a:ext uri="{FF2B5EF4-FFF2-40B4-BE49-F238E27FC236}">
                <a16:creationId xmlns:a16="http://schemas.microsoft.com/office/drawing/2014/main" id="{44B18C41-7997-42DD-AFFE-A771BA8428B7}"/>
              </a:ext>
            </a:extLst>
          </p:cNvPr>
          <p:cNvSpPr txBox="1">
            <a:spLocks/>
          </p:cNvSpPr>
          <p:nvPr/>
        </p:nvSpPr>
        <p:spPr bwMode="auto">
          <a:xfrm>
            <a:off x="6963680" y="1221015"/>
            <a:ext cx="4509861" cy="19902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endParaRPr lang="en-US" b="1" u="sng" kern="0">
              <a:solidFill>
                <a:srgbClr val="000000"/>
              </a:solidFill>
              <a:latin typeface="Arial"/>
              <a:ea typeface="ヒラギノ角ゴ Pro W3"/>
              <a:cs typeface="Arial"/>
            </a:endParaRPr>
          </a:p>
          <a:p>
            <a:endParaRPr lang="en-US" kern="0">
              <a:solidFill>
                <a:srgbClr val="000000"/>
              </a:solidFill>
              <a:ea typeface="ヒラギノ角ゴ Pro W3" pitchFamily="-97" charset="-128"/>
            </a:endParaRPr>
          </a:p>
        </p:txBody>
      </p:sp>
      <p:sp>
        <p:nvSpPr>
          <p:cNvPr id="10" name="Content Placeholder 4">
            <a:extLst>
              <a:ext uri="{FF2B5EF4-FFF2-40B4-BE49-F238E27FC236}">
                <a16:creationId xmlns:a16="http://schemas.microsoft.com/office/drawing/2014/main" id="{739FAF85-0191-CBC7-9013-81746DECA908}"/>
              </a:ext>
            </a:extLst>
          </p:cNvPr>
          <p:cNvSpPr txBox="1">
            <a:spLocks/>
          </p:cNvSpPr>
          <p:nvPr/>
        </p:nvSpPr>
        <p:spPr bwMode="auto">
          <a:xfrm>
            <a:off x="1106324" y="3650945"/>
            <a:ext cx="5112309" cy="24474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b="1" u="sng" kern="0">
                <a:solidFill>
                  <a:srgbClr val="000000"/>
                </a:solidFill>
                <a:latin typeface="Arial"/>
                <a:ea typeface="ヒラギノ角ゴ Pro W3"/>
                <a:cs typeface="Arial"/>
              </a:rPr>
              <a:t>Christopher Carnes</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Product Engineer – Commercial Mowing</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BSME 2018 NCSU</a:t>
            </a:r>
            <a:endParaRPr lang="en-US" sz="1800" kern="0">
              <a:solidFill>
                <a:srgbClr val="000000"/>
              </a:solidFill>
              <a:ea typeface="ヒラギノ角ゴ Pro W3" pitchFamily="-97" charset="-128"/>
            </a:endParaRP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5 Years with Deere</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carneschristopher@johndeere.com</a:t>
            </a:r>
            <a:endParaRPr lang="en-US" sz="1800" kern="0">
              <a:solidFill>
                <a:srgbClr val="000000"/>
              </a:solidFill>
              <a:ea typeface="ヒラギノ角ゴ Pro W3" pitchFamily="-97" charset="-128"/>
            </a:endParaRPr>
          </a:p>
          <a:p>
            <a:endParaRPr lang="en-US" b="1" u="sng" kern="0">
              <a:solidFill>
                <a:srgbClr val="000000"/>
              </a:solidFill>
              <a:ea typeface="ヒラギノ角ゴ Pro W3" pitchFamily="-97" charset="-128"/>
            </a:endParaRPr>
          </a:p>
        </p:txBody>
      </p:sp>
      <p:sp>
        <p:nvSpPr>
          <p:cNvPr id="11" name="Content Placeholder 4">
            <a:extLst>
              <a:ext uri="{FF2B5EF4-FFF2-40B4-BE49-F238E27FC236}">
                <a16:creationId xmlns:a16="http://schemas.microsoft.com/office/drawing/2014/main" id="{48DDE1DC-69E2-59E2-CE17-A2785C90EA97}"/>
              </a:ext>
            </a:extLst>
          </p:cNvPr>
          <p:cNvSpPr txBox="1">
            <a:spLocks/>
          </p:cNvSpPr>
          <p:nvPr/>
        </p:nvSpPr>
        <p:spPr bwMode="auto">
          <a:xfrm>
            <a:off x="6441333" y="3647766"/>
            <a:ext cx="4715995" cy="24474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r>
              <a:rPr lang="en-US" b="1" u="sng" kern="0">
                <a:solidFill>
                  <a:srgbClr val="000000"/>
                </a:solidFill>
                <a:latin typeface="Arial"/>
                <a:ea typeface="ヒラギノ角ゴ Pro W3"/>
                <a:cs typeface="Arial"/>
              </a:rPr>
              <a:t>Keir Jenkins</a:t>
            </a:r>
          </a:p>
          <a:p>
            <a:pPr marL="342900" indent="-342900">
              <a:buFont typeface="Arial,Sans-Serif"/>
              <a:buChar char="•"/>
            </a:pPr>
            <a:r>
              <a:rPr lang="en-US" sz="1800" kern="0">
                <a:latin typeface="Arial"/>
                <a:ea typeface="ヒラギノ角ゴ Pro W3"/>
                <a:cs typeface="Arial"/>
              </a:rPr>
              <a:t>Product Engineer – SL2 Test Lead</a:t>
            </a:r>
            <a:endParaRPr lang="en-US" sz="1800" kern="0">
              <a:ea typeface="ヒラギノ角ゴ Pro W3"/>
            </a:endParaRPr>
          </a:p>
          <a:p>
            <a:pPr marL="342900" indent="-342900">
              <a:buFont typeface="Arial,Sans-Serif"/>
              <a:buChar char="•"/>
            </a:pPr>
            <a:r>
              <a:rPr lang="en-US" sz="1800" kern="0">
                <a:latin typeface="Arial"/>
                <a:ea typeface="ヒラギノ角ゴ Pro W3"/>
                <a:cs typeface="Arial"/>
              </a:rPr>
              <a:t>BS BAET '21 NCSU</a:t>
            </a:r>
            <a:endParaRPr lang="en-US"/>
          </a:p>
          <a:p>
            <a:pPr marL="342900" indent="-342900">
              <a:buFont typeface="Arial,Sans-Serif"/>
              <a:buChar char="•"/>
            </a:pPr>
            <a:r>
              <a:rPr lang="en-US" sz="1800" kern="0">
                <a:latin typeface="Arial"/>
                <a:ea typeface="ヒラギノ角ゴ Pro W3"/>
                <a:cs typeface="Arial"/>
              </a:rPr>
              <a:t>5 Years with Deere</a:t>
            </a:r>
          </a:p>
          <a:p>
            <a:pPr marL="342900" indent="-342900">
              <a:buFont typeface="Arial,Sans-Serif"/>
              <a:buChar char="•"/>
            </a:pPr>
            <a:r>
              <a:rPr lang="en-US" sz="1800" kern="0">
                <a:latin typeface="Arial"/>
                <a:ea typeface="ヒラギノ角ゴ Pro W3"/>
                <a:cs typeface="Arial"/>
              </a:rPr>
              <a:t>JenkinsKeirT@johndeere.com</a:t>
            </a:r>
            <a:endParaRPr lang="en-US" sz="1800" kern="0">
              <a:ea typeface="ヒラギノ角ゴ Pro W3"/>
            </a:endParaRPr>
          </a:p>
          <a:p>
            <a:endParaRPr lang="en-US" b="1" u="sng" kern="0">
              <a:ea typeface="ヒラギノ角ゴ Pro W3"/>
            </a:endParaRPr>
          </a:p>
        </p:txBody>
      </p:sp>
    </p:spTree>
    <p:extLst>
      <p:ext uri="{BB962C8B-B14F-4D97-AF65-F5344CB8AC3E}">
        <p14:creationId xmlns:p14="http://schemas.microsoft.com/office/powerpoint/2010/main" val="2652633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BFFBC-BC98-74C5-FC94-F66DA4F7A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2B2F9-8862-6FF5-C7CB-57A77C8B50D7}"/>
              </a:ext>
            </a:extLst>
          </p:cNvPr>
          <p:cNvSpPr>
            <a:spLocks noGrp="1"/>
          </p:cNvSpPr>
          <p:nvPr>
            <p:ph type="title" idx="4294967295"/>
          </p:nvPr>
        </p:nvSpPr>
        <p:spPr>
          <a:xfrm>
            <a:off x="1139826" y="396875"/>
            <a:ext cx="8788400" cy="498475"/>
          </a:xfrm>
        </p:spPr>
        <p:txBody>
          <a:bodyPr/>
          <a:lstStyle/>
          <a:p>
            <a:r>
              <a:rPr lang="en-US"/>
              <a:t>Presenters</a:t>
            </a:r>
          </a:p>
        </p:txBody>
      </p:sp>
      <p:sp>
        <p:nvSpPr>
          <p:cNvPr id="5" name="Content Placeholder 4">
            <a:extLst>
              <a:ext uri="{FF2B5EF4-FFF2-40B4-BE49-F238E27FC236}">
                <a16:creationId xmlns:a16="http://schemas.microsoft.com/office/drawing/2014/main" id="{19C2267F-5D71-4CAE-4119-1CA5B4221E00}"/>
              </a:ext>
            </a:extLst>
          </p:cNvPr>
          <p:cNvSpPr>
            <a:spLocks noGrp="1"/>
          </p:cNvSpPr>
          <p:nvPr>
            <p:ph idx="4294967295"/>
          </p:nvPr>
        </p:nvSpPr>
        <p:spPr>
          <a:xfrm>
            <a:off x="1139826" y="1221015"/>
            <a:ext cx="5112309" cy="2447471"/>
          </a:xfrm>
        </p:spPr>
        <p:txBody>
          <a:bodyPr/>
          <a:lstStyle/>
          <a:p>
            <a:r>
              <a:rPr lang="en-US" b="1" u="sng">
                <a:solidFill>
                  <a:srgbClr val="000000"/>
                </a:solidFill>
                <a:latin typeface="Arial"/>
                <a:ea typeface="ヒラギノ角ゴ Pro W3"/>
                <a:cs typeface="Arial"/>
              </a:rPr>
              <a:t>John Hill</a:t>
            </a:r>
            <a:endParaRPr lang="en-US"/>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Product Engineer – </a:t>
            </a:r>
            <a:r>
              <a:rPr lang="en-US" sz="1800">
                <a:solidFill>
                  <a:srgbClr val="000000"/>
                </a:solidFill>
                <a:latin typeface="Arial"/>
                <a:ea typeface="ヒラギノ角ゴ Pro W3"/>
                <a:cs typeface="Arial"/>
              </a:rPr>
              <a:t>Golf</a:t>
            </a:r>
            <a:endParaRPr lang="en-US" sz="1800" kern="0">
              <a:solidFill>
                <a:srgbClr val="000000"/>
              </a:solidFill>
              <a:latin typeface="Arial"/>
              <a:ea typeface="ヒラギノ角ゴ Pro W3"/>
              <a:cs typeface="Arial"/>
            </a:endParaRPr>
          </a:p>
          <a:p>
            <a:pPr marL="342900" indent="-342900">
              <a:buFont typeface="Arial" panose="020B0604020202020204" pitchFamily="34" charset="0"/>
              <a:buChar char="•"/>
            </a:pPr>
            <a:r>
              <a:rPr lang="en-US" sz="1800">
                <a:solidFill>
                  <a:srgbClr val="000000"/>
                </a:solidFill>
                <a:latin typeface="Arial"/>
                <a:ea typeface="ヒラギノ角ゴ Pro W3"/>
                <a:cs typeface="Arial"/>
              </a:rPr>
              <a:t>BSME 2023 NCSU</a:t>
            </a:r>
            <a:endParaRPr lang="en-US" sz="1800">
              <a:solidFill>
                <a:srgbClr val="000000"/>
              </a:solidFill>
              <a:ea typeface="ヒラギノ角ゴ Pro W3" pitchFamily="-97" charset="-128"/>
            </a:endParaRP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4 </a:t>
            </a:r>
            <a:r>
              <a:rPr lang="en-US" sz="1800">
                <a:solidFill>
                  <a:srgbClr val="000000"/>
                </a:solidFill>
                <a:latin typeface="Arial"/>
                <a:ea typeface="ヒラギノ角ゴ Pro W3"/>
                <a:cs typeface="Arial"/>
              </a:rPr>
              <a:t>Years</a:t>
            </a:r>
            <a:r>
              <a:rPr lang="en-US" sz="1800" kern="0">
                <a:solidFill>
                  <a:srgbClr val="000000"/>
                </a:solidFill>
                <a:latin typeface="Arial"/>
                <a:ea typeface="ヒラギノ角ゴ Pro W3"/>
                <a:cs typeface="Arial"/>
              </a:rPr>
              <a:t> with Deere</a:t>
            </a:r>
          </a:p>
          <a:p>
            <a:pPr marL="342900" indent="-342900">
              <a:buFont typeface="Arial" panose="020B0604020202020204" pitchFamily="34" charset="0"/>
              <a:buChar char="•"/>
            </a:pPr>
            <a:r>
              <a:rPr lang="en-US" sz="1800">
                <a:solidFill>
                  <a:srgbClr val="000000"/>
                </a:solidFill>
                <a:latin typeface="Arial"/>
                <a:ea typeface="ヒラギノ角ゴ Pro W3"/>
                <a:cs typeface="Arial"/>
              </a:rPr>
              <a:t>hilljohnm@johndeere.com</a:t>
            </a:r>
            <a:endParaRPr lang="en-US" sz="1800">
              <a:solidFill>
                <a:srgbClr val="000000"/>
              </a:solidFill>
              <a:ea typeface="ヒラギノ角ゴ Pro W3" pitchFamily="-97" charset="-128"/>
            </a:endParaRPr>
          </a:p>
          <a:p>
            <a:endParaRPr lang="en-US" b="1" u="sng">
              <a:solidFill>
                <a:srgbClr val="000000"/>
              </a:solidFill>
              <a:ea typeface="ヒラギノ角ゴ Pro W3" pitchFamily="-97" charset="-128"/>
            </a:endParaRPr>
          </a:p>
        </p:txBody>
      </p:sp>
      <p:sp>
        <p:nvSpPr>
          <p:cNvPr id="8" name="Content Placeholder 4">
            <a:extLst>
              <a:ext uri="{FF2B5EF4-FFF2-40B4-BE49-F238E27FC236}">
                <a16:creationId xmlns:a16="http://schemas.microsoft.com/office/drawing/2014/main" id="{EBB4B755-DAB6-952E-B9C3-82BA3C53FC4B}"/>
              </a:ext>
            </a:extLst>
          </p:cNvPr>
          <p:cNvSpPr txBox="1">
            <a:spLocks/>
          </p:cNvSpPr>
          <p:nvPr/>
        </p:nvSpPr>
        <p:spPr bwMode="auto">
          <a:xfrm>
            <a:off x="6963680" y="1221015"/>
            <a:ext cx="4509861" cy="19902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1" fontAlgn="base" hangingPunct="1">
              <a:lnSpc>
                <a:spcPct val="110000"/>
              </a:lnSpc>
              <a:spcBef>
                <a:spcPct val="0"/>
              </a:spcBef>
              <a:spcAft>
                <a:spcPts val="900"/>
              </a:spcAft>
              <a:buSzPct val="85000"/>
              <a:defRPr sz="2000" b="0" i="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endParaRPr lang="en-US" b="1" u="sng" kern="0">
              <a:solidFill>
                <a:srgbClr val="000000"/>
              </a:solidFill>
              <a:latin typeface="Arial"/>
              <a:ea typeface="ヒラギノ角ゴ Pro W3"/>
              <a:cs typeface="Arial"/>
            </a:endParaRPr>
          </a:p>
          <a:p>
            <a:endParaRPr lang="en-US" kern="0">
              <a:solidFill>
                <a:srgbClr val="000000"/>
              </a:solidFill>
              <a:ea typeface="ヒラギノ角ゴ Pro W3" pitchFamily="-97" charset="-128"/>
            </a:endParaRPr>
          </a:p>
        </p:txBody>
      </p:sp>
      <p:sp>
        <p:nvSpPr>
          <p:cNvPr id="3" name="Content Placeholder 4">
            <a:extLst>
              <a:ext uri="{FF2B5EF4-FFF2-40B4-BE49-F238E27FC236}">
                <a16:creationId xmlns:a16="http://schemas.microsoft.com/office/drawing/2014/main" id="{9AC66A2E-0C15-2715-067E-CE65A6912A1F}"/>
              </a:ext>
            </a:extLst>
          </p:cNvPr>
          <p:cNvSpPr txBox="1">
            <a:spLocks/>
          </p:cNvSpPr>
          <p:nvPr/>
        </p:nvSpPr>
        <p:spPr bwMode="auto">
          <a:xfrm>
            <a:off x="6252592" y="1215153"/>
            <a:ext cx="5112309" cy="244747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defPPr>
              <a:defRPr lang="en-US"/>
            </a:defPPr>
            <a:lvl1pPr algn="l" rtl="0" eaLnBrk="1" fontAlgn="base" hangingPunct="1">
              <a:lnSpc>
                <a:spcPct val="110000"/>
              </a:lnSpc>
              <a:spcBef>
                <a:spcPct val="0"/>
              </a:spcBef>
              <a:spcAft>
                <a:spcPts val="900"/>
              </a:spcAft>
              <a:buSzPct val="85000"/>
              <a:defRPr sz="2000" b="0" i="0" kern="1200" spc="40" baseline="0">
                <a:solidFill>
                  <a:schemeClr val="tx1"/>
                </a:solidFill>
                <a:latin typeface="Arial" charset="0"/>
                <a:ea typeface="Arial" charset="0"/>
                <a:cs typeface="Arial" charset="0"/>
              </a:defRPr>
            </a:lvl1pPr>
            <a:lvl2pPr marL="341313" indent="-227013" algn="l" rtl="0" eaLnBrk="1" fontAlgn="base" hangingPunct="1">
              <a:lnSpc>
                <a:spcPct val="110000"/>
              </a:lnSpc>
              <a:spcBef>
                <a:spcPct val="0"/>
              </a:spcBef>
              <a:spcAft>
                <a:spcPts val="900"/>
              </a:spcAft>
              <a:buFont typeface="Verdana" pitchFamily="34" charset="0"/>
              <a:buChar char="–"/>
              <a:defRPr sz="2000" b="0" i="0" kern="1200" spc="40" baseline="0">
                <a:solidFill>
                  <a:schemeClr val="tx1"/>
                </a:solidFill>
                <a:latin typeface="Arial" charset="0"/>
                <a:ea typeface="Arial" charset="0"/>
                <a:cs typeface="Arial" charset="0"/>
              </a:defRPr>
            </a:lvl2pPr>
            <a:lvl3pPr marL="682625" indent="-227013" algn="l" rtl="0" eaLnBrk="1" fontAlgn="base" hangingPunct="1">
              <a:lnSpc>
                <a:spcPct val="110000"/>
              </a:lnSpc>
              <a:spcBef>
                <a:spcPct val="0"/>
              </a:spcBef>
              <a:spcAft>
                <a:spcPts val="900"/>
              </a:spcAft>
              <a:buFont typeface="Arial" pitchFamily="34" charset="0"/>
              <a:buChar char="•"/>
              <a:defRPr sz="2000" b="0" i="0" kern="120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2000" b="0" i="0" kern="120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2000" b="0" i="0" kern="1200" spc="40" baseline="0">
                <a:solidFill>
                  <a:schemeClr val="tx1"/>
                </a:solidFill>
                <a:latin typeface="Arial" charset="0"/>
                <a:ea typeface="Arial" charset="0"/>
                <a:cs typeface="Arial" charset="0"/>
              </a:defRPr>
            </a:lvl5pPr>
            <a:lvl6pPr marL="1711325" indent="-171450" algn="l" defTabSz="914400" rtl="0" eaLnBrk="1" fontAlgn="base" latinLnBrk="0" hangingPunct="1">
              <a:spcBef>
                <a:spcPct val="0"/>
              </a:spcBef>
              <a:spcAft>
                <a:spcPct val="30000"/>
              </a:spcAft>
              <a:buFont typeface="Verdana" pitchFamily="34" charset="0"/>
              <a:buChar char="–"/>
              <a:defRPr sz="1400" b="1" kern="1200">
                <a:solidFill>
                  <a:schemeClr val="tx1"/>
                </a:solidFill>
                <a:latin typeface="+mn-lt"/>
                <a:ea typeface="+mn-ea"/>
                <a:cs typeface="+mn-cs"/>
              </a:defRPr>
            </a:lvl6pPr>
            <a:lvl7pPr marL="2168525" indent="-171450" algn="l" defTabSz="914400" rtl="0" eaLnBrk="1" fontAlgn="base" latinLnBrk="0" hangingPunct="1">
              <a:spcBef>
                <a:spcPct val="0"/>
              </a:spcBef>
              <a:spcAft>
                <a:spcPct val="30000"/>
              </a:spcAft>
              <a:buFont typeface="Verdana" pitchFamily="34" charset="0"/>
              <a:buChar char="–"/>
              <a:defRPr sz="1400" b="1" kern="1200">
                <a:solidFill>
                  <a:schemeClr val="tx1"/>
                </a:solidFill>
                <a:latin typeface="+mn-lt"/>
                <a:ea typeface="+mn-ea"/>
                <a:cs typeface="+mn-cs"/>
              </a:defRPr>
            </a:lvl7pPr>
            <a:lvl8pPr marL="2625725" indent="-171450" algn="l" defTabSz="914400" rtl="0" eaLnBrk="1" fontAlgn="base" latinLnBrk="0" hangingPunct="1">
              <a:spcBef>
                <a:spcPct val="0"/>
              </a:spcBef>
              <a:spcAft>
                <a:spcPct val="30000"/>
              </a:spcAft>
              <a:buFont typeface="Verdana" pitchFamily="34" charset="0"/>
              <a:buChar char="–"/>
              <a:defRPr sz="1400" b="1" kern="1200">
                <a:solidFill>
                  <a:schemeClr val="tx1"/>
                </a:solidFill>
                <a:latin typeface="+mn-lt"/>
                <a:ea typeface="+mn-ea"/>
                <a:cs typeface="+mn-cs"/>
              </a:defRPr>
            </a:lvl8pPr>
            <a:lvl9pPr marL="3082925" indent="-171450" algn="l" defTabSz="914400" rtl="0" eaLnBrk="1" fontAlgn="base" latinLnBrk="0" hangingPunct="1">
              <a:spcBef>
                <a:spcPct val="0"/>
              </a:spcBef>
              <a:spcAft>
                <a:spcPct val="30000"/>
              </a:spcAft>
              <a:buFont typeface="Verdana" pitchFamily="34" charset="0"/>
              <a:buChar char="–"/>
              <a:defRPr sz="1400" b="1" kern="1200">
                <a:solidFill>
                  <a:schemeClr val="tx1"/>
                </a:solidFill>
                <a:latin typeface="+mn-lt"/>
                <a:ea typeface="+mn-ea"/>
                <a:cs typeface="+mn-cs"/>
              </a:defRPr>
            </a:lvl9pPr>
          </a:lstStyle>
          <a:p>
            <a:r>
              <a:rPr lang="en-US" b="1" u="sng" kern="0">
                <a:solidFill>
                  <a:srgbClr val="000000"/>
                </a:solidFill>
                <a:latin typeface="Arial"/>
                <a:ea typeface="ヒラギノ角ゴ Pro W3"/>
                <a:cs typeface="Arial"/>
              </a:rPr>
              <a:t>Brandon Thomas</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Product Specialist– Commercial Mowing</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BSME 2023, MBA 2024-Now NCSU</a:t>
            </a:r>
            <a:endParaRPr lang="en-US" sz="1800" kern="0">
              <a:solidFill>
                <a:srgbClr val="000000"/>
              </a:solidFill>
              <a:ea typeface="ヒラギノ角ゴ Pro W3" pitchFamily="-97" charset="-128"/>
            </a:endParaRP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 4 Years with Deere</a:t>
            </a:r>
          </a:p>
          <a:p>
            <a:pPr marL="342900" indent="-342900">
              <a:buFont typeface="Arial" panose="020B0604020202020204" pitchFamily="34" charset="0"/>
              <a:buChar char="•"/>
            </a:pPr>
            <a:r>
              <a:rPr lang="en-US" sz="1800" kern="0">
                <a:solidFill>
                  <a:srgbClr val="000000"/>
                </a:solidFill>
                <a:latin typeface="Arial"/>
                <a:ea typeface="ヒラギノ角ゴ Pro W3"/>
                <a:cs typeface="Arial"/>
              </a:rPr>
              <a:t>ThomasBrandonB@johndeere.com</a:t>
            </a:r>
            <a:endParaRPr lang="en-US" sz="1800" kern="0">
              <a:solidFill>
                <a:srgbClr val="000000"/>
              </a:solidFill>
              <a:ea typeface="ヒラギノ角ゴ Pro W3" pitchFamily="-97" charset="-128"/>
            </a:endParaRPr>
          </a:p>
          <a:p>
            <a:endParaRPr lang="en-US" b="1" u="sng" kern="0">
              <a:solidFill>
                <a:srgbClr val="000000"/>
              </a:solidFill>
              <a:ea typeface="ヒラギノ角ゴ Pro W3" pitchFamily="-97" charset="-128"/>
            </a:endParaRPr>
          </a:p>
        </p:txBody>
      </p:sp>
    </p:spTree>
    <p:extLst>
      <p:ext uri="{BB962C8B-B14F-4D97-AF65-F5344CB8AC3E}">
        <p14:creationId xmlns:p14="http://schemas.microsoft.com/office/powerpoint/2010/main" val="3634326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AB181D4-AC9E-1B96-D0E7-552CBB6C76CA}"/>
              </a:ext>
            </a:extLst>
          </p:cNvPr>
          <p:cNvSpPr>
            <a:spLocks noGrp="1"/>
          </p:cNvSpPr>
          <p:nvPr>
            <p:ph type="body" sz="quarter" idx="10"/>
          </p:nvPr>
        </p:nvSpPr>
        <p:spPr>
          <a:xfrm>
            <a:off x="921141" y="2359971"/>
            <a:ext cx="3619758" cy="756000"/>
          </a:xfrm>
        </p:spPr>
        <p:txBody>
          <a:bodyPr/>
          <a:lstStyle/>
          <a:p>
            <a:r>
              <a:rPr lang="de-DE"/>
              <a:t>WE RUN SO LIFE CAN LEAP FORWARD</a:t>
            </a:r>
            <a:endParaRPr lang="en-US"/>
          </a:p>
        </p:txBody>
      </p:sp>
      <p:sp>
        <p:nvSpPr>
          <p:cNvPr id="6" name="Title 5">
            <a:extLst>
              <a:ext uri="{FF2B5EF4-FFF2-40B4-BE49-F238E27FC236}">
                <a16:creationId xmlns:a16="http://schemas.microsoft.com/office/drawing/2014/main" id="{0EC20958-D3A9-41DC-9464-DFDDD3774A29}"/>
              </a:ext>
            </a:extLst>
          </p:cNvPr>
          <p:cNvSpPr>
            <a:spLocks noGrp="1"/>
          </p:cNvSpPr>
          <p:nvPr>
            <p:ph type="ctrTitle"/>
          </p:nvPr>
        </p:nvSpPr>
        <p:spPr>
          <a:xfrm>
            <a:off x="921140" y="449502"/>
            <a:ext cx="6619820" cy="867681"/>
          </a:xfrm>
        </p:spPr>
        <p:txBody>
          <a:bodyPr/>
          <a:lstStyle/>
          <a:p>
            <a:r>
              <a:rPr lang="de-DE"/>
              <a:t>OUR PURPOSE</a:t>
            </a:r>
            <a:endParaRPr lang="en-US"/>
          </a:p>
        </p:txBody>
      </p:sp>
    </p:spTree>
    <p:extLst>
      <p:ext uri="{BB962C8B-B14F-4D97-AF65-F5344CB8AC3E}">
        <p14:creationId xmlns:p14="http://schemas.microsoft.com/office/powerpoint/2010/main" val="271529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03D0A32-1215-E0E0-3A51-0D78B9427B74}"/>
              </a:ext>
            </a:extLst>
          </p:cNvPr>
          <p:cNvSpPr>
            <a:spLocks noGrp="1"/>
          </p:cNvSpPr>
          <p:nvPr>
            <p:ph type="body" sz="quarter" idx="10"/>
          </p:nvPr>
        </p:nvSpPr>
        <p:spPr>
          <a:xfrm>
            <a:off x="2810696" y="3342126"/>
            <a:ext cx="2732247" cy="2681602"/>
          </a:xfrm>
        </p:spPr>
        <p:txBody>
          <a:bodyPr/>
          <a:lstStyle/>
          <a:p>
            <a:r>
              <a:rPr lang="de-DE">
                <a:latin typeface="JD Sans Pro Semibold"/>
                <a:cs typeface="Arial"/>
              </a:rPr>
              <a:t>Integrity</a:t>
            </a:r>
          </a:p>
          <a:p>
            <a:r>
              <a:rPr lang="de-DE">
                <a:latin typeface="JD Sans Pro Semibold"/>
                <a:cs typeface="Arial"/>
              </a:rPr>
              <a:t>Quality</a:t>
            </a:r>
          </a:p>
          <a:p>
            <a:r>
              <a:rPr lang="de-DE">
                <a:latin typeface="JD Sans Pro Semibold"/>
                <a:cs typeface="Arial"/>
              </a:rPr>
              <a:t>Humanity</a:t>
            </a:r>
            <a:endParaRPr lang="de-DE"/>
          </a:p>
          <a:p>
            <a:r>
              <a:rPr lang="de-DE">
                <a:latin typeface="JD Sans Pro Semibold"/>
                <a:cs typeface="Arial"/>
              </a:rPr>
              <a:t>Engagement</a:t>
            </a:r>
          </a:p>
          <a:p>
            <a:r>
              <a:rPr lang="de-DE">
                <a:latin typeface="JD Sans Pro Semibold"/>
                <a:cs typeface="Arial"/>
              </a:rPr>
              <a:t>Innovation</a:t>
            </a:r>
          </a:p>
        </p:txBody>
      </p:sp>
      <p:sp>
        <p:nvSpPr>
          <p:cNvPr id="7" name="Title 6">
            <a:extLst>
              <a:ext uri="{FF2B5EF4-FFF2-40B4-BE49-F238E27FC236}">
                <a16:creationId xmlns:a16="http://schemas.microsoft.com/office/drawing/2014/main" id="{86C57382-FBE8-B782-EC07-DF29E4E81916}"/>
              </a:ext>
            </a:extLst>
          </p:cNvPr>
          <p:cNvSpPr>
            <a:spLocks noGrp="1"/>
          </p:cNvSpPr>
          <p:nvPr>
            <p:ph type="ctrTitle"/>
          </p:nvPr>
        </p:nvSpPr>
        <p:spPr/>
        <p:txBody>
          <a:bodyPr/>
          <a:lstStyle/>
          <a:p>
            <a:r>
              <a:rPr lang="de-DE"/>
              <a:t>OUR BASELINE</a:t>
            </a:r>
            <a:endParaRPr lang="en-US"/>
          </a:p>
        </p:txBody>
      </p:sp>
    </p:spTree>
    <p:extLst>
      <p:ext uri="{BB962C8B-B14F-4D97-AF65-F5344CB8AC3E}">
        <p14:creationId xmlns:p14="http://schemas.microsoft.com/office/powerpoint/2010/main" val="799638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D128976D-417D-6766-CE3C-0E3AE97E0BC2}"/>
              </a:ext>
            </a:extLst>
          </p:cNvPr>
          <p:cNvSpPr txBox="1"/>
          <p:nvPr/>
        </p:nvSpPr>
        <p:spPr>
          <a:xfrm>
            <a:off x="952276" y="2456671"/>
            <a:ext cx="5824628" cy="3035950"/>
          </a:xfrm>
          <a:prstGeom prst="rect">
            <a:avLst/>
          </a:prstGeom>
          <a:noFill/>
          <a:ln w="12700">
            <a:solidFill>
              <a:schemeClr val="tx1">
                <a:lumMod val="65000"/>
                <a:lumOff val="35000"/>
              </a:schemeClr>
            </a:solidFill>
            <a:miter lim="800000"/>
          </a:ln>
        </p:spPr>
        <p:txBody>
          <a:bodyPr wrap="square" lIns="540000" tIns="360000" rIns="360000" bIns="360000" rtlCol="0" anchor="ctr">
            <a:noAutofit/>
          </a:bodyPr>
          <a:lstStyle/>
          <a:p>
            <a:pPr marL="288000" indent="-288000">
              <a:spcAft>
                <a:spcPts val="1200"/>
              </a:spcAft>
              <a:buClr>
                <a:schemeClr val="tx1">
                  <a:lumMod val="75000"/>
                  <a:lumOff val="25000"/>
                </a:schemeClr>
              </a:buClr>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Agricultural Equipment</a:t>
            </a:r>
          </a:p>
          <a:p>
            <a:pPr marL="288000" indent="-288000">
              <a:spcAft>
                <a:spcPts val="1200"/>
              </a:spcAft>
              <a:buClr>
                <a:schemeClr val="tx1">
                  <a:lumMod val="75000"/>
                  <a:lumOff val="25000"/>
                </a:schemeClr>
              </a:buClr>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Construction Equipment</a:t>
            </a:r>
          </a:p>
          <a:p>
            <a:pPr marL="288000" indent="-288000">
              <a:spcAft>
                <a:spcPts val="1200"/>
              </a:spcAft>
              <a:buClr>
                <a:schemeClr val="tx1">
                  <a:lumMod val="75000"/>
                  <a:lumOff val="25000"/>
                </a:schemeClr>
              </a:buClr>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Turf Equipment</a:t>
            </a:r>
          </a:p>
          <a:p>
            <a:pPr marL="288000" indent="-288000">
              <a:spcAft>
                <a:spcPts val="1200"/>
              </a:spcAft>
              <a:buClr>
                <a:schemeClr val="tx1">
                  <a:lumMod val="75000"/>
                  <a:lumOff val="25000"/>
                </a:schemeClr>
              </a:buClr>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Forestry Equipment</a:t>
            </a:r>
          </a:p>
        </p:txBody>
      </p:sp>
      <p:sp>
        <p:nvSpPr>
          <p:cNvPr id="4" name="TextBox 3">
            <a:extLst>
              <a:ext uri="{FF2B5EF4-FFF2-40B4-BE49-F238E27FC236}">
                <a16:creationId xmlns:a16="http://schemas.microsoft.com/office/drawing/2014/main" id="{B6571640-C384-902F-B125-C19096375D5C}"/>
              </a:ext>
            </a:extLst>
          </p:cNvPr>
          <p:cNvSpPr txBox="1"/>
          <p:nvPr/>
        </p:nvSpPr>
        <p:spPr>
          <a:xfrm>
            <a:off x="0" y="1815506"/>
            <a:ext cx="7352522" cy="876069"/>
          </a:xfrm>
          <a:prstGeom prst="rect">
            <a:avLst/>
          </a:prstGeom>
          <a:noFill/>
        </p:spPr>
        <p:txBody>
          <a:bodyPr wrap="square" lIns="1440000" tIns="0" rIns="0" bIns="0" rtlCol="0">
            <a:noAutofit/>
          </a:bodyPr>
          <a:lstStyle/>
          <a:p>
            <a:pPr>
              <a:lnSpc>
                <a:spcPct val="80000"/>
              </a:lnSpc>
            </a:pPr>
            <a:r>
              <a:rPr lang="de-DE" sz="7000" b="0" i="1" spc="200">
                <a:solidFill>
                  <a:schemeClr val="accent2"/>
                </a:solidFill>
                <a:latin typeface="JD Sans Pro Semibold" panose="02000700000000020000" pitchFamily="2" charset="0"/>
                <a:cs typeface="Verdana"/>
              </a:rPr>
              <a:t>PORTFOLIO</a:t>
            </a:r>
            <a:endParaRPr lang="de-DE" sz="7000" b="0" i="1" spc="300">
              <a:solidFill>
                <a:schemeClr val="accent2"/>
              </a:solidFill>
              <a:latin typeface="JD Sans Pro Semibold" panose="02000700000000020000" pitchFamily="2" charset="0"/>
              <a:cs typeface="Verdana"/>
            </a:endParaRPr>
          </a:p>
        </p:txBody>
      </p:sp>
      <p:sp>
        <p:nvSpPr>
          <p:cNvPr id="5" name="TextBox 4">
            <a:extLst>
              <a:ext uri="{FF2B5EF4-FFF2-40B4-BE49-F238E27FC236}">
                <a16:creationId xmlns:a16="http://schemas.microsoft.com/office/drawing/2014/main" id="{DBB9AF84-05F5-6CBC-B2BE-5AEA1AA9F8F4}"/>
              </a:ext>
            </a:extLst>
          </p:cNvPr>
          <p:cNvSpPr txBox="1"/>
          <p:nvPr/>
        </p:nvSpPr>
        <p:spPr>
          <a:xfrm>
            <a:off x="0" y="1260308"/>
            <a:ext cx="6191999" cy="468000"/>
          </a:xfrm>
          <a:prstGeom prst="rect">
            <a:avLst/>
          </a:prstGeom>
          <a:noFill/>
        </p:spPr>
        <p:txBody>
          <a:bodyPr wrap="square" lIns="936000" tIns="0" rIns="0" bIns="0" rtlCol="0">
            <a:noAutofit/>
          </a:bodyPr>
          <a:lstStyle/>
          <a:p>
            <a:r>
              <a:rPr lang="de-DE" sz="2400" b="0" spc="300">
                <a:solidFill>
                  <a:schemeClr val="tx1">
                    <a:lumMod val="65000"/>
                    <a:lumOff val="35000"/>
                  </a:schemeClr>
                </a:solidFill>
                <a:latin typeface="JD Sans Pro Bold" panose="02000800000000020000" pitchFamily="2" charset="0"/>
                <a:cs typeface="Verdana"/>
              </a:rPr>
              <a:t>JOHN DEERE SOLUTIONS</a:t>
            </a:r>
          </a:p>
        </p:txBody>
      </p:sp>
      <p:sp>
        <p:nvSpPr>
          <p:cNvPr id="7" name="TextBox 6">
            <a:extLst>
              <a:ext uri="{FF2B5EF4-FFF2-40B4-BE49-F238E27FC236}">
                <a16:creationId xmlns:a16="http://schemas.microsoft.com/office/drawing/2014/main" id="{B9C85617-6DF4-9CCA-C6E8-DB28A85FB6C8}"/>
              </a:ext>
            </a:extLst>
          </p:cNvPr>
          <p:cNvSpPr txBox="1"/>
          <p:nvPr/>
        </p:nvSpPr>
        <p:spPr>
          <a:xfrm>
            <a:off x="6416904" y="3111573"/>
            <a:ext cx="5771921" cy="2793600"/>
          </a:xfrm>
          <a:custGeom>
            <a:avLst/>
            <a:gdLst>
              <a:gd name="connsiteX0" fmla="*/ 0 w 5771921"/>
              <a:gd name="connsiteY0" fmla="*/ 0 h 2793600"/>
              <a:gd name="connsiteX1" fmla="*/ 5771921 w 5771921"/>
              <a:gd name="connsiteY1" fmla="*/ 0 h 2793600"/>
              <a:gd name="connsiteX2" fmla="*/ 5771921 w 5771921"/>
              <a:gd name="connsiteY2" fmla="*/ 2793600 h 2793600"/>
              <a:gd name="connsiteX3" fmla="*/ 0 w 5771921"/>
              <a:gd name="connsiteY3" fmla="*/ 2793600 h 2793600"/>
              <a:gd name="connsiteX4" fmla="*/ 0 w 5771921"/>
              <a:gd name="connsiteY4" fmla="*/ 0 h 2793600"/>
              <a:gd name="connsiteX0" fmla="*/ 0 w 5781316"/>
              <a:gd name="connsiteY0" fmla="*/ 0 h 2793600"/>
              <a:gd name="connsiteX1" fmla="*/ 5771921 w 5781316"/>
              <a:gd name="connsiteY1" fmla="*/ 0 h 2793600"/>
              <a:gd name="connsiteX2" fmla="*/ 5781316 w 5781316"/>
              <a:gd name="connsiteY2" fmla="*/ 801063 h 2793600"/>
              <a:gd name="connsiteX3" fmla="*/ 5771921 w 5781316"/>
              <a:gd name="connsiteY3" fmla="*/ 2793600 h 2793600"/>
              <a:gd name="connsiteX4" fmla="*/ 0 w 5781316"/>
              <a:gd name="connsiteY4" fmla="*/ 2793600 h 2793600"/>
              <a:gd name="connsiteX5" fmla="*/ 0 w 5781316"/>
              <a:gd name="connsiteY5" fmla="*/ 0 h 2793600"/>
              <a:gd name="connsiteX0" fmla="*/ 0 w 6210718"/>
              <a:gd name="connsiteY0" fmla="*/ 0 h 2793600"/>
              <a:gd name="connsiteX1" fmla="*/ 5771921 w 6210718"/>
              <a:gd name="connsiteY1" fmla="*/ 0 h 2793600"/>
              <a:gd name="connsiteX2" fmla="*/ 5781316 w 6210718"/>
              <a:gd name="connsiteY2" fmla="*/ 801063 h 2793600"/>
              <a:gd name="connsiteX3" fmla="*/ 5806197 w 6210718"/>
              <a:gd name="connsiteY3" fmla="*/ 1099643 h 2793600"/>
              <a:gd name="connsiteX4" fmla="*/ 5771921 w 6210718"/>
              <a:gd name="connsiteY4" fmla="*/ 2793600 h 2793600"/>
              <a:gd name="connsiteX5" fmla="*/ 0 w 6210718"/>
              <a:gd name="connsiteY5" fmla="*/ 2793600 h 2793600"/>
              <a:gd name="connsiteX6" fmla="*/ 0 w 6210718"/>
              <a:gd name="connsiteY6" fmla="*/ 0 h 2793600"/>
              <a:gd name="connsiteX0" fmla="*/ 5781316 w 6210718"/>
              <a:gd name="connsiteY0" fmla="*/ 801063 h 2793600"/>
              <a:gd name="connsiteX1" fmla="*/ 5806197 w 6210718"/>
              <a:gd name="connsiteY1" fmla="*/ 1099643 h 2793600"/>
              <a:gd name="connsiteX2" fmla="*/ 5771921 w 6210718"/>
              <a:gd name="connsiteY2" fmla="*/ 2793600 h 2793600"/>
              <a:gd name="connsiteX3" fmla="*/ 0 w 6210718"/>
              <a:gd name="connsiteY3" fmla="*/ 2793600 h 2793600"/>
              <a:gd name="connsiteX4" fmla="*/ 0 w 6210718"/>
              <a:gd name="connsiteY4" fmla="*/ 0 h 2793600"/>
              <a:gd name="connsiteX5" fmla="*/ 5771921 w 6210718"/>
              <a:gd name="connsiteY5" fmla="*/ 0 h 2793600"/>
              <a:gd name="connsiteX6" fmla="*/ 5872756 w 6210718"/>
              <a:gd name="connsiteY6" fmla="*/ 892503 h 2793600"/>
              <a:gd name="connsiteX0" fmla="*/ 5781316 w 6202177"/>
              <a:gd name="connsiteY0" fmla="*/ 801063 h 2793600"/>
              <a:gd name="connsiteX1" fmla="*/ 5771921 w 6202177"/>
              <a:gd name="connsiteY1" fmla="*/ 2793600 h 2793600"/>
              <a:gd name="connsiteX2" fmla="*/ 0 w 6202177"/>
              <a:gd name="connsiteY2" fmla="*/ 2793600 h 2793600"/>
              <a:gd name="connsiteX3" fmla="*/ 0 w 6202177"/>
              <a:gd name="connsiteY3" fmla="*/ 0 h 2793600"/>
              <a:gd name="connsiteX4" fmla="*/ 5771921 w 6202177"/>
              <a:gd name="connsiteY4" fmla="*/ 0 h 2793600"/>
              <a:gd name="connsiteX5" fmla="*/ 5872756 w 6202177"/>
              <a:gd name="connsiteY5" fmla="*/ 892503 h 2793600"/>
              <a:gd name="connsiteX0" fmla="*/ 5781316 w 6202177"/>
              <a:gd name="connsiteY0" fmla="*/ 801063 h 2793600"/>
              <a:gd name="connsiteX1" fmla="*/ 5771921 w 6202177"/>
              <a:gd name="connsiteY1" fmla="*/ 2793600 h 2793600"/>
              <a:gd name="connsiteX2" fmla="*/ 0 w 6202177"/>
              <a:gd name="connsiteY2" fmla="*/ 2793600 h 2793600"/>
              <a:gd name="connsiteX3" fmla="*/ 0 w 6202177"/>
              <a:gd name="connsiteY3" fmla="*/ 0 h 2793600"/>
              <a:gd name="connsiteX4" fmla="*/ 5771921 w 6202177"/>
              <a:gd name="connsiteY4" fmla="*/ 0 h 2793600"/>
              <a:gd name="connsiteX0" fmla="*/ 5771921 w 5771921"/>
              <a:gd name="connsiteY0" fmla="*/ 2793600 h 2793600"/>
              <a:gd name="connsiteX1" fmla="*/ 0 w 5771921"/>
              <a:gd name="connsiteY1" fmla="*/ 2793600 h 2793600"/>
              <a:gd name="connsiteX2" fmla="*/ 0 w 5771921"/>
              <a:gd name="connsiteY2" fmla="*/ 0 h 2793600"/>
              <a:gd name="connsiteX3" fmla="*/ 5771921 w 5771921"/>
              <a:gd name="connsiteY3" fmla="*/ 0 h 2793600"/>
            </a:gdLst>
            <a:ahLst/>
            <a:cxnLst>
              <a:cxn ang="0">
                <a:pos x="connsiteX0" y="connsiteY0"/>
              </a:cxn>
              <a:cxn ang="0">
                <a:pos x="connsiteX1" y="connsiteY1"/>
              </a:cxn>
              <a:cxn ang="0">
                <a:pos x="connsiteX2" y="connsiteY2"/>
              </a:cxn>
              <a:cxn ang="0">
                <a:pos x="connsiteX3" y="connsiteY3"/>
              </a:cxn>
            </a:cxnLst>
            <a:rect l="l" t="t" r="r" b="b"/>
            <a:pathLst>
              <a:path w="5771921" h="2793600">
                <a:moveTo>
                  <a:pt x="5771921" y="2793600"/>
                </a:moveTo>
                <a:lnTo>
                  <a:pt x="0" y="2793600"/>
                </a:lnTo>
                <a:lnTo>
                  <a:pt x="0" y="0"/>
                </a:lnTo>
                <a:lnTo>
                  <a:pt x="5771921" y="0"/>
                </a:lnTo>
              </a:path>
            </a:pathLst>
          </a:custGeom>
          <a:noFill/>
          <a:ln w="12700">
            <a:solidFill>
              <a:schemeClr val="tx1">
                <a:lumMod val="65000"/>
                <a:lumOff val="35000"/>
              </a:schemeClr>
            </a:solidFill>
            <a:miter lim="800000"/>
          </a:ln>
        </p:spPr>
        <p:txBody>
          <a:bodyPr wrap="square" lIns="1080000" tIns="468000" rIns="360000" bIns="360000" rtlCol="0" anchor="ctr">
            <a:noAutofit/>
          </a:bodyPr>
          <a:lstStyle/>
          <a:p>
            <a:pPr marL="288000" indent="-288000">
              <a:spcAft>
                <a:spcPts val="1200"/>
              </a:spcAft>
              <a:buClr>
                <a:schemeClr val="tx1">
                  <a:lumMod val="75000"/>
                  <a:lumOff val="25000"/>
                </a:schemeClr>
              </a:buClr>
              <a:buSzPct val="85000"/>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Financial Services</a:t>
            </a:r>
          </a:p>
          <a:p>
            <a:pPr marL="288000" indent="-288000">
              <a:spcAft>
                <a:spcPts val="1200"/>
              </a:spcAft>
              <a:buClr>
                <a:schemeClr val="tx1">
                  <a:lumMod val="75000"/>
                  <a:lumOff val="25000"/>
                </a:schemeClr>
              </a:buClr>
              <a:buSzPct val="85000"/>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Power Systems</a:t>
            </a:r>
          </a:p>
          <a:p>
            <a:pPr marL="288000" indent="-288000">
              <a:spcAft>
                <a:spcPts val="1200"/>
              </a:spcAft>
              <a:buClr>
                <a:schemeClr val="tx1">
                  <a:lumMod val="75000"/>
                  <a:lumOff val="25000"/>
                </a:schemeClr>
              </a:buClr>
              <a:buSzPct val="85000"/>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Intelligent Solutions</a:t>
            </a:r>
          </a:p>
          <a:p>
            <a:pPr marL="288000" indent="-288000">
              <a:spcAft>
                <a:spcPts val="1200"/>
              </a:spcAft>
              <a:buClr>
                <a:schemeClr val="tx1">
                  <a:lumMod val="75000"/>
                  <a:lumOff val="25000"/>
                </a:schemeClr>
              </a:buClr>
              <a:buSzPct val="85000"/>
              <a:buFont typeface="Arial" panose="020B0604020202020204" pitchFamily="34" charset="0"/>
              <a:buChar char="–"/>
            </a:pPr>
            <a:r>
              <a:rPr lang="en-US" sz="2000" i="1" spc="200">
                <a:solidFill>
                  <a:schemeClr val="tx1">
                    <a:lumMod val="75000"/>
                    <a:lumOff val="25000"/>
                  </a:schemeClr>
                </a:solidFill>
                <a:latin typeface="JD Sans Pro Book" panose="02000500000000020000" pitchFamily="2" charset="0"/>
                <a:cs typeface="Verdana"/>
              </a:rPr>
              <a:t>Worldwide Parts Services</a:t>
            </a:r>
          </a:p>
        </p:txBody>
      </p:sp>
      <p:pic>
        <p:nvPicPr>
          <p:cNvPr id="9" name="Picture 8" descr="A green and yellow logo on a black surface&#10;&#10;Description automatically generated">
            <a:extLst>
              <a:ext uri="{FF2B5EF4-FFF2-40B4-BE49-F238E27FC236}">
                <a16:creationId xmlns:a16="http://schemas.microsoft.com/office/drawing/2014/main" id="{96C1D17B-8ADD-A008-BC7A-F19A17A6590C}"/>
              </a:ext>
            </a:extLst>
          </p:cNvPr>
          <p:cNvPicPr>
            <a:picLocks noChangeAspect="1"/>
          </p:cNvPicPr>
          <p:nvPr/>
        </p:nvPicPr>
        <p:blipFill rotWithShape="1">
          <a:blip r:embed="rId3"/>
          <a:srcRect t="5558" b="7037"/>
          <a:stretch/>
        </p:blipFill>
        <p:spPr>
          <a:xfrm>
            <a:off x="7483150" y="-1"/>
            <a:ext cx="3953950" cy="3456000"/>
          </a:xfrm>
          <a:prstGeom prst="rect">
            <a:avLst/>
          </a:prstGeom>
        </p:spPr>
      </p:pic>
    </p:spTree>
    <p:extLst>
      <p:ext uri="{BB962C8B-B14F-4D97-AF65-F5344CB8AC3E}">
        <p14:creationId xmlns:p14="http://schemas.microsoft.com/office/powerpoint/2010/main" val="2552616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Manufacturing Pin">
            <a:extLst>
              <a:ext uri="{FF2B5EF4-FFF2-40B4-BE49-F238E27FC236}">
                <a16:creationId xmlns:a16="http://schemas.microsoft.com/office/drawing/2014/main" id="{2B173727-6DE9-AE12-25F9-ED849C6B40FA}"/>
              </a:ext>
            </a:extLst>
          </p:cNvPr>
          <p:cNvPicPr>
            <a:picLocks noChangeAspect="1"/>
          </p:cNvPicPr>
          <p:nvPr/>
        </p:nvPicPr>
        <p:blipFill>
          <a:blip r:embed="rId3"/>
          <a:srcRect/>
          <a:stretch/>
        </p:blipFill>
        <p:spPr>
          <a:xfrm>
            <a:off x="4290532" y="3391666"/>
            <a:ext cx="144000" cy="116705"/>
          </a:xfrm>
          <a:prstGeom prst="rect">
            <a:avLst/>
          </a:prstGeom>
        </p:spPr>
      </p:pic>
      <p:pic>
        <p:nvPicPr>
          <p:cNvPr id="25" name="Manufacturing Pin">
            <a:extLst>
              <a:ext uri="{FF2B5EF4-FFF2-40B4-BE49-F238E27FC236}">
                <a16:creationId xmlns:a16="http://schemas.microsoft.com/office/drawing/2014/main" id="{7595384E-259E-5547-ECBA-6829D3772996}"/>
              </a:ext>
            </a:extLst>
          </p:cNvPr>
          <p:cNvPicPr>
            <a:picLocks noChangeAspect="1"/>
          </p:cNvPicPr>
          <p:nvPr/>
        </p:nvPicPr>
        <p:blipFill>
          <a:blip r:embed="rId3"/>
          <a:srcRect/>
          <a:stretch/>
        </p:blipFill>
        <p:spPr>
          <a:xfrm>
            <a:off x="5840446" y="1233519"/>
            <a:ext cx="144000" cy="116705"/>
          </a:xfrm>
          <a:prstGeom prst="rect">
            <a:avLst/>
          </a:prstGeom>
        </p:spPr>
      </p:pic>
      <p:pic>
        <p:nvPicPr>
          <p:cNvPr id="15" name="Picture 14">
            <a:extLst>
              <a:ext uri="{FF2B5EF4-FFF2-40B4-BE49-F238E27FC236}">
                <a16:creationId xmlns:a16="http://schemas.microsoft.com/office/drawing/2014/main" id="{DDD84BBC-69FA-E7D6-2B29-C24EE6B15790}"/>
              </a:ext>
            </a:extLst>
          </p:cNvPr>
          <p:cNvPicPr>
            <a:picLocks noChangeAspect="1"/>
          </p:cNvPicPr>
          <p:nvPr/>
        </p:nvPicPr>
        <p:blipFill>
          <a:blip r:embed="rId4"/>
          <a:srcRect/>
          <a:stretch/>
        </p:blipFill>
        <p:spPr>
          <a:xfrm>
            <a:off x="-3461" y="1786"/>
            <a:ext cx="12188824" cy="6856214"/>
          </a:xfrm>
          <a:prstGeom prst="rect">
            <a:avLst/>
          </a:prstGeom>
        </p:spPr>
      </p:pic>
      <p:pic>
        <p:nvPicPr>
          <p:cNvPr id="126" name="Manufacturing Pin">
            <a:extLst>
              <a:ext uri="{FF2B5EF4-FFF2-40B4-BE49-F238E27FC236}">
                <a16:creationId xmlns:a16="http://schemas.microsoft.com/office/drawing/2014/main" id="{5849F3D3-D095-240C-6638-F5AF8272C3AD}"/>
              </a:ext>
            </a:extLst>
          </p:cNvPr>
          <p:cNvPicPr>
            <a:picLocks noChangeAspect="1"/>
          </p:cNvPicPr>
          <p:nvPr/>
        </p:nvPicPr>
        <p:blipFill>
          <a:blip r:embed="rId3"/>
          <a:srcRect/>
          <a:stretch/>
        </p:blipFill>
        <p:spPr>
          <a:xfrm>
            <a:off x="3368739" y="1493476"/>
            <a:ext cx="144000" cy="116705"/>
          </a:xfrm>
          <a:prstGeom prst="rect">
            <a:avLst/>
          </a:prstGeom>
        </p:spPr>
      </p:pic>
      <p:pic>
        <p:nvPicPr>
          <p:cNvPr id="121" name="Manufacturing Pin">
            <a:extLst>
              <a:ext uri="{FF2B5EF4-FFF2-40B4-BE49-F238E27FC236}">
                <a16:creationId xmlns:a16="http://schemas.microsoft.com/office/drawing/2014/main" id="{0DF7AD26-F5D7-BA21-AA8D-BD646D15F942}"/>
              </a:ext>
            </a:extLst>
          </p:cNvPr>
          <p:cNvPicPr>
            <a:picLocks noChangeAspect="1"/>
          </p:cNvPicPr>
          <p:nvPr/>
        </p:nvPicPr>
        <p:blipFill>
          <a:blip r:embed="rId3"/>
          <a:srcRect/>
          <a:stretch/>
        </p:blipFill>
        <p:spPr>
          <a:xfrm>
            <a:off x="3513638" y="1635581"/>
            <a:ext cx="144000" cy="116705"/>
          </a:xfrm>
          <a:prstGeom prst="rect">
            <a:avLst/>
          </a:prstGeom>
        </p:spPr>
      </p:pic>
      <p:pic>
        <p:nvPicPr>
          <p:cNvPr id="122" name="Manufacturing Pin">
            <a:extLst>
              <a:ext uri="{FF2B5EF4-FFF2-40B4-BE49-F238E27FC236}">
                <a16:creationId xmlns:a16="http://schemas.microsoft.com/office/drawing/2014/main" id="{F62FE478-0AE6-745D-9E44-537C58FD4338}"/>
              </a:ext>
            </a:extLst>
          </p:cNvPr>
          <p:cNvPicPr>
            <a:picLocks noChangeAspect="1"/>
          </p:cNvPicPr>
          <p:nvPr/>
        </p:nvPicPr>
        <p:blipFill>
          <a:blip r:embed="rId3"/>
          <a:srcRect/>
          <a:stretch/>
        </p:blipFill>
        <p:spPr>
          <a:xfrm>
            <a:off x="3475687" y="1724082"/>
            <a:ext cx="144000" cy="116705"/>
          </a:xfrm>
          <a:prstGeom prst="rect">
            <a:avLst/>
          </a:prstGeom>
        </p:spPr>
      </p:pic>
      <p:pic>
        <p:nvPicPr>
          <p:cNvPr id="118" name="Manufacturing Pin">
            <a:extLst>
              <a:ext uri="{FF2B5EF4-FFF2-40B4-BE49-F238E27FC236}">
                <a16:creationId xmlns:a16="http://schemas.microsoft.com/office/drawing/2014/main" id="{0FC9AB11-3A4E-EE23-C563-E8DC269345A3}"/>
              </a:ext>
            </a:extLst>
          </p:cNvPr>
          <p:cNvPicPr>
            <a:picLocks noChangeAspect="1"/>
          </p:cNvPicPr>
          <p:nvPr/>
        </p:nvPicPr>
        <p:blipFill>
          <a:blip r:embed="rId3"/>
          <a:srcRect/>
          <a:stretch/>
        </p:blipFill>
        <p:spPr>
          <a:xfrm>
            <a:off x="3606021" y="1628622"/>
            <a:ext cx="144000" cy="116705"/>
          </a:xfrm>
          <a:prstGeom prst="rect">
            <a:avLst/>
          </a:prstGeom>
        </p:spPr>
      </p:pic>
      <p:pic>
        <p:nvPicPr>
          <p:cNvPr id="116" name="Manufacturing Pin">
            <a:extLst>
              <a:ext uri="{FF2B5EF4-FFF2-40B4-BE49-F238E27FC236}">
                <a16:creationId xmlns:a16="http://schemas.microsoft.com/office/drawing/2014/main" id="{5C5116A6-4F97-EB4D-B7E9-872C77B61835}"/>
              </a:ext>
            </a:extLst>
          </p:cNvPr>
          <p:cNvPicPr>
            <a:picLocks noChangeAspect="1"/>
          </p:cNvPicPr>
          <p:nvPr/>
        </p:nvPicPr>
        <p:blipFill>
          <a:blip r:embed="rId3"/>
          <a:srcRect/>
          <a:stretch/>
        </p:blipFill>
        <p:spPr>
          <a:xfrm>
            <a:off x="3661816" y="1657447"/>
            <a:ext cx="144000" cy="116705"/>
          </a:xfrm>
          <a:prstGeom prst="rect">
            <a:avLst/>
          </a:prstGeom>
        </p:spPr>
      </p:pic>
      <p:pic>
        <p:nvPicPr>
          <p:cNvPr id="107" name="Manufacturing Pin">
            <a:extLst>
              <a:ext uri="{FF2B5EF4-FFF2-40B4-BE49-F238E27FC236}">
                <a16:creationId xmlns:a16="http://schemas.microsoft.com/office/drawing/2014/main" id="{FAF4D775-36D2-ED66-77F8-920DE67340CB}"/>
              </a:ext>
            </a:extLst>
          </p:cNvPr>
          <p:cNvPicPr>
            <a:picLocks noChangeAspect="1"/>
          </p:cNvPicPr>
          <p:nvPr/>
        </p:nvPicPr>
        <p:blipFill>
          <a:blip r:embed="rId3"/>
          <a:srcRect/>
          <a:stretch/>
        </p:blipFill>
        <p:spPr>
          <a:xfrm>
            <a:off x="5879646" y="1226043"/>
            <a:ext cx="144000" cy="116705"/>
          </a:xfrm>
          <a:prstGeom prst="rect">
            <a:avLst/>
          </a:prstGeom>
        </p:spPr>
      </p:pic>
      <p:sp>
        <p:nvSpPr>
          <p:cNvPr id="7" name="Text Placeholder 9">
            <a:extLst>
              <a:ext uri="{FF2B5EF4-FFF2-40B4-BE49-F238E27FC236}">
                <a16:creationId xmlns:a16="http://schemas.microsoft.com/office/drawing/2014/main" id="{E36466ED-8B0F-7FAE-FF4E-370FD077374D}"/>
              </a:ext>
            </a:extLst>
          </p:cNvPr>
          <p:cNvSpPr txBox="1">
            <a:spLocks/>
          </p:cNvSpPr>
          <p:nvPr/>
        </p:nvSpPr>
        <p:spPr>
          <a:xfrm>
            <a:off x="1593758" y="6463886"/>
            <a:ext cx="9777420" cy="171448"/>
          </a:xfrm>
          <a:prstGeom prst="rect">
            <a:avLst/>
          </a:prstGeom>
        </p:spPr>
        <p:txBody>
          <a:bodyPr vert="horz" lIns="0" tIns="71981" rIns="0" bIns="0" rtlCol="0" anchor="b">
            <a:noAutofit/>
          </a:bodyPr>
          <a:lstStyle>
            <a:lvl1pPr marL="244475" marR="0" indent="-244475" algn="l" defTabSz="914400" rtl="0" eaLnBrk="1" fontAlgn="base" latinLnBrk="0" hangingPunct="1">
              <a:lnSpc>
                <a:spcPct val="110000"/>
              </a:lnSpc>
              <a:spcBef>
                <a:spcPct val="0"/>
              </a:spcBef>
              <a:spcAft>
                <a:spcPts val="900"/>
              </a:spcAft>
              <a:buClrTx/>
              <a:buSzPct val="85000"/>
              <a:buFont typeface="Arial" panose="020B0604020202020204" pitchFamily="34" charset="0"/>
              <a:buChar char="–"/>
              <a:tabLst/>
              <a:defRPr sz="1800" b="0" i="0" spc="40" baseline="0">
                <a:solidFill>
                  <a:schemeClr val="tx1"/>
                </a:solidFill>
                <a:latin typeface="Arial" charset="0"/>
                <a:ea typeface="Arial" charset="0"/>
                <a:cs typeface="Arial" charset="0"/>
              </a:defRPr>
            </a:lvl1pPr>
            <a:lvl2pPr marL="487363" marR="0" indent="-234950" algn="l" defTabSz="914400" rtl="0" eaLnBrk="1" fontAlgn="base" latinLnBrk="0" hangingPunct="1">
              <a:lnSpc>
                <a:spcPct val="110000"/>
              </a:lnSpc>
              <a:spcBef>
                <a:spcPct val="0"/>
              </a:spcBef>
              <a:spcAft>
                <a:spcPts val="900"/>
              </a:spcAft>
              <a:buClrTx/>
              <a:buSzPct val="75000"/>
              <a:buFont typeface="Arial" panose="020B0604020202020204" pitchFamily="34" charset="0"/>
              <a:buChar char="–"/>
              <a:tabLst/>
              <a:defRPr sz="1800" b="0" i="0" spc="40" baseline="0">
                <a:solidFill>
                  <a:schemeClr val="tx1"/>
                </a:solidFill>
                <a:latin typeface="Arial" charset="0"/>
                <a:ea typeface="Arial" charset="0"/>
                <a:cs typeface="Arial" charset="0"/>
              </a:defRPr>
            </a:lvl2pPr>
            <a:lvl3pPr marL="714375" marR="0" indent="-217488" algn="l" defTabSz="914400" rtl="0" eaLnBrk="1" fontAlgn="base" latinLnBrk="0" hangingPunct="1">
              <a:lnSpc>
                <a:spcPct val="110000"/>
              </a:lnSpc>
              <a:spcBef>
                <a:spcPct val="0"/>
              </a:spcBef>
              <a:spcAft>
                <a:spcPts val="900"/>
              </a:spcAft>
              <a:buClrTx/>
              <a:buSzPct val="75000"/>
              <a:buFont typeface="Arial" panose="020B0604020202020204" pitchFamily="34" charset="0"/>
              <a:buChar char="–"/>
              <a:tabLst/>
              <a:defRPr sz="1800" b="0" i="0" spc="40" baseline="0">
                <a:solidFill>
                  <a:schemeClr val="tx1"/>
                </a:solidFill>
                <a:latin typeface="Arial" charset="0"/>
                <a:ea typeface="Arial" charset="0"/>
                <a:cs typeface="Arial" charset="0"/>
              </a:defRPr>
            </a:lvl3pPr>
            <a:lvl4pPr marL="968375" indent="-171450" algn="l" rtl="0" eaLnBrk="1" fontAlgn="base" hangingPunct="1">
              <a:lnSpc>
                <a:spcPct val="110000"/>
              </a:lnSpc>
              <a:spcBef>
                <a:spcPct val="0"/>
              </a:spcBef>
              <a:spcAft>
                <a:spcPts val="900"/>
              </a:spcAft>
              <a:buFont typeface="Verdana" pitchFamily="34" charset="0"/>
              <a:buChar char="–"/>
              <a:defRPr sz="1800" b="0" i="0" spc="40" baseline="0">
                <a:solidFill>
                  <a:schemeClr val="tx1"/>
                </a:solidFill>
                <a:latin typeface="Arial" charset="0"/>
                <a:ea typeface="Arial" charset="0"/>
                <a:cs typeface="Arial" charset="0"/>
              </a:defRPr>
            </a:lvl4pPr>
            <a:lvl5pPr marL="1254125" indent="-171450" algn="l" rtl="0" eaLnBrk="1" fontAlgn="base" hangingPunct="1">
              <a:lnSpc>
                <a:spcPct val="110000"/>
              </a:lnSpc>
              <a:spcBef>
                <a:spcPct val="0"/>
              </a:spcBef>
              <a:spcAft>
                <a:spcPts val="900"/>
              </a:spcAft>
              <a:buFont typeface="Arial" pitchFamily="34" charset="0"/>
              <a:buChar char="•"/>
              <a:defRPr sz="1800" b="0" i="0" spc="40" baseline="0">
                <a:solidFill>
                  <a:schemeClr val="tx1"/>
                </a:solidFill>
                <a:latin typeface="Arial" charset="0"/>
                <a:ea typeface="Arial" charset="0"/>
                <a:cs typeface="Arial" charset="0"/>
              </a:defRPr>
            </a:lvl5pPr>
            <a:lvl6pPr marL="1711325" indent="-171450" algn="l" rtl="0" eaLnBrk="1" fontAlgn="base" hangingPunct="1">
              <a:spcBef>
                <a:spcPct val="0"/>
              </a:spcBef>
              <a:spcAft>
                <a:spcPct val="30000"/>
              </a:spcAft>
              <a:buFont typeface="Verdana" pitchFamily="34" charset="0"/>
              <a:buChar char="–"/>
              <a:defRPr sz="1400">
                <a:solidFill>
                  <a:schemeClr val="tx1"/>
                </a:solidFill>
                <a:latin typeface="+mn-lt"/>
              </a:defRPr>
            </a:lvl6pPr>
            <a:lvl7pPr marL="2168525" indent="-171450" algn="l" rtl="0" eaLnBrk="1" fontAlgn="base" hangingPunct="1">
              <a:spcBef>
                <a:spcPct val="0"/>
              </a:spcBef>
              <a:spcAft>
                <a:spcPct val="30000"/>
              </a:spcAft>
              <a:buFont typeface="Verdana" pitchFamily="34" charset="0"/>
              <a:buChar char="–"/>
              <a:defRPr sz="1400">
                <a:solidFill>
                  <a:schemeClr val="tx1"/>
                </a:solidFill>
                <a:latin typeface="+mn-lt"/>
              </a:defRPr>
            </a:lvl7pPr>
            <a:lvl8pPr marL="2625725" indent="-171450" algn="l" rtl="0" eaLnBrk="1" fontAlgn="base" hangingPunct="1">
              <a:spcBef>
                <a:spcPct val="0"/>
              </a:spcBef>
              <a:spcAft>
                <a:spcPct val="30000"/>
              </a:spcAft>
              <a:buFont typeface="Verdana" pitchFamily="34" charset="0"/>
              <a:buChar char="–"/>
              <a:defRPr sz="1400">
                <a:solidFill>
                  <a:schemeClr val="tx1"/>
                </a:solidFill>
                <a:latin typeface="+mn-lt"/>
              </a:defRPr>
            </a:lvl8pPr>
            <a:lvl9pPr marL="3082925" indent="-171450" algn="l" rtl="0" eaLnBrk="1" fontAlgn="base" hangingPunct="1">
              <a:spcBef>
                <a:spcPct val="0"/>
              </a:spcBef>
              <a:spcAft>
                <a:spcPct val="30000"/>
              </a:spcAft>
              <a:buFont typeface="Verdana" pitchFamily="34" charset="0"/>
              <a:buChar char="–"/>
              <a:defRPr sz="1400">
                <a:solidFill>
                  <a:schemeClr val="tx1"/>
                </a:solidFill>
                <a:latin typeface="+mn-lt"/>
              </a:defRPr>
            </a:lvl9pPr>
          </a:lstStyle>
          <a:p>
            <a:pPr marL="0" indent="0" algn="r" defTabSz="2375287">
              <a:buNone/>
              <a:defRPr/>
            </a:pPr>
            <a:r>
              <a:rPr lang="de-DE" sz="1000" i="1" kern="0">
                <a:solidFill>
                  <a:srgbClr val="000000"/>
                </a:solidFill>
                <a:latin typeface="JD Sans Pro Book" panose="02000500000000020000" pitchFamily="2" charset="0"/>
              </a:rPr>
              <a:t>As of 31. October 2024 </a:t>
            </a:r>
          </a:p>
        </p:txBody>
      </p:sp>
      <p:pic>
        <p:nvPicPr>
          <p:cNvPr id="21" name="Manufacturing Pin">
            <a:extLst>
              <a:ext uri="{FF2B5EF4-FFF2-40B4-BE49-F238E27FC236}">
                <a16:creationId xmlns:a16="http://schemas.microsoft.com/office/drawing/2014/main" id="{A68CD7C1-9329-DA4E-68E0-720255E1F31D}"/>
              </a:ext>
            </a:extLst>
          </p:cNvPr>
          <p:cNvPicPr>
            <a:picLocks noChangeAspect="1"/>
          </p:cNvPicPr>
          <p:nvPr/>
        </p:nvPicPr>
        <p:blipFill>
          <a:blip r:embed="rId3"/>
          <a:srcRect/>
          <a:stretch/>
        </p:blipFill>
        <p:spPr>
          <a:xfrm>
            <a:off x="8615930" y="1538427"/>
            <a:ext cx="177679" cy="144000"/>
          </a:xfrm>
          <a:prstGeom prst="rect">
            <a:avLst/>
          </a:prstGeom>
        </p:spPr>
      </p:pic>
      <p:pic>
        <p:nvPicPr>
          <p:cNvPr id="22" name="Manufacturing Pin">
            <a:extLst>
              <a:ext uri="{FF2B5EF4-FFF2-40B4-BE49-F238E27FC236}">
                <a16:creationId xmlns:a16="http://schemas.microsoft.com/office/drawing/2014/main" id="{B4870AAD-059F-76D6-8198-C86BD94AFAD6}"/>
              </a:ext>
            </a:extLst>
          </p:cNvPr>
          <p:cNvPicPr>
            <a:picLocks noChangeAspect="1"/>
          </p:cNvPicPr>
          <p:nvPr/>
        </p:nvPicPr>
        <p:blipFill>
          <a:blip r:embed="rId3"/>
          <a:srcRect/>
          <a:stretch/>
        </p:blipFill>
        <p:spPr>
          <a:xfrm>
            <a:off x="8590817" y="1546130"/>
            <a:ext cx="177679" cy="144000"/>
          </a:xfrm>
          <a:prstGeom prst="rect">
            <a:avLst/>
          </a:prstGeom>
        </p:spPr>
      </p:pic>
      <p:pic>
        <p:nvPicPr>
          <p:cNvPr id="23" name="Manufacturing Pin">
            <a:extLst>
              <a:ext uri="{FF2B5EF4-FFF2-40B4-BE49-F238E27FC236}">
                <a16:creationId xmlns:a16="http://schemas.microsoft.com/office/drawing/2014/main" id="{5FCCF546-9D69-4206-74AB-720EFF0DA9FF}"/>
              </a:ext>
            </a:extLst>
          </p:cNvPr>
          <p:cNvPicPr>
            <a:picLocks noChangeAspect="1"/>
          </p:cNvPicPr>
          <p:nvPr/>
        </p:nvPicPr>
        <p:blipFill>
          <a:blip r:embed="rId3"/>
          <a:srcRect/>
          <a:stretch/>
        </p:blipFill>
        <p:spPr>
          <a:xfrm>
            <a:off x="8615930" y="1548679"/>
            <a:ext cx="177679" cy="144000"/>
          </a:xfrm>
          <a:prstGeom prst="rect">
            <a:avLst/>
          </a:prstGeom>
        </p:spPr>
      </p:pic>
      <p:pic>
        <p:nvPicPr>
          <p:cNvPr id="73" name="Manufacturing Pin">
            <a:extLst>
              <a:ext uri="{FF2B5EF4-FFF2-40B4-BE49-F238E27FC236}">
                <a16:creationId xmlns:a16="http://schemas.microsoft.com/office/drawing/2014/main" id="{E7D66703-2F2B-985E-40C8-EC1EA0522061}"/>
              </a:ext>
            </a:extLst>
          </p:cNvPr>
          <p:cNvPicPr>
            <a:picLocks noChangeAspect="1"/>
          </p:cNvPicPr>
          <p:nvPr/>
        </p:nvPicPr>
        <p:blipFill>
          <a:blip r:embed="rId3"/>
          <a:srcRect/>
          <a:stretch/>
        </p:blipFill>
        <p:spPr>
          <a:xfrm>
            <a:off x="8889757" y="1302421"/>
            <a:ext cx="177679" cy="144000"/>
          </a:xfrm>
          <a:prstGeom prst="rect">
            <a:avLst/>
          </a:prstGeom>
        </p:spPr>
      </p:pic>
      <p:pic>
        <p:nvPicPr>
          <p:cNvPr id="89" name="Manufacturing Pin">
            <a:extLst>
              <a:ext uri="{FF2B5EF4-FFF2-40B4-BE49-F238E27FC236}">
                <a16:creationId xmlns:a16="http://schemas.microsoft.com/office/drawing/2014/main" id="{17C3BC0E-4FED-268E-B151-538561231BE1}"/>
              </a:ext>
            </a:extLst>
          </p:cNvPr>
          <p:cNvPicPr>
            <a:picLocks noChangeAspect="1"/>
          </p:cNvPicPr>
          <p:nvPr/>
        </p:nvPicPr>
        <p:blipFill>
          <a:blip r:embed="rId3"/>
          <a:srcRect/>
          <a:stretch/>
        </p:blipFill>
        <p:spPr>
          <a:xfrm>
            <a:off x="7674495" y="2058804"/>
            <a:ext cx="177679" cy="144000"/>
          </a:xfrm>
          <a:prstGeom prst="rect">
            <a:avLst/>
          </a:prstGeom>
        </p:spPr>
      </p:pic>
      <p:pic>
        <p:nvPicPr>
          <p:cNvPr id="90" name="Manufacturing Pin">
            <a:extLst>
              <a:ext uri="{FF2B5EF4-FFF2-40B4-BE49-F238E27FC236}">
                <a16:creationId xmlns:a16="http://schemas.microsoft.com/office/drawing/2014/main" id="{FE463AD7-D799-66BB-825E-167555F21B42}"/>
              </a:ext>
            </a:extLst>
          </p:cNvPr>
          <p:cNvPicPr>
            <a:picLocks noChangeAspect="1"/>
          </p:cNvPicPr>
          <p:nvPr/>
        </p:nvPicPr>
        <p:blipFill>
          <a:blip r:embed="rId3"/>
          <a:srcRect/>
          <a:stretch/>
        </p:blipFill>
        <p:spPr>
          <a:xfrm>
            <a:off x="7532208" y="2035060"/>
            <a:ext cx="177679" cy="144000"/>
          </a:xfrm>
          <a:prstGeom prst="rect">
            <a:avLst/>
          </a:prstGeom>
        </p:spPr>
      </p:pic>
      <p:pic>
        <p:nvPicPr>
          <p:cNvPr id="91" name="Manufacturing Pin">
            <a:extLst>
              <a:ext uri="{FF2B5EF4-FFF2-40B4-BE49-F238E27FC236}">
                <a16:creationId xmlns:a16="http://schemas.microsoft.com/office/drawing/2014/main" id="{C447C00B-5AE5-8F53-5079-153ECDFDA665}"/>
              </a:ext>
            </a:extLst>
          </p:cNvPr>
          <p:cNvPicPr>
            <a:picLocks noChangeAspect="1"/>
          </p:cNvPicPr>
          <p:nvPr/>
        </p:nvPicPr>
        <p:blipFill>
          <a:blip r:embed="rId3"/>
          <a:srcRect/>
          <a:stretch/>
        </p:blipFill>
        <p:spPr>
          <a:xfrm>
            <a:off x="7532208" y="2179060"/>
            <a:ext cx="177679" cy="144000"/>
          </a:xfrm>
          <a:prstGeom prst="rect">
            <a:avLst/>
          </a:prstGeom>
        </p:spPr>
      </p:pic>
      <p:pic>
        <p:nvPicPr>
          <p:cNvPr id="92" name="Manufacturing Pin">
            <a:extLst>
              <a:ext uri="{FF2B5EF4-FFF2-40B4-BE49-F238E27FC236}">
                <a16:creationId xmlns:a16="http://schemas.microsoft.com/office/drawing/2014/main" id="{D7730635-FC26-C508-FD57-5701F009E804}"/>
              </a:ext>
            </a:extLst>
          </p:cNvPr>
          <p:cNvPicPr>
            <a:picLocks noChangeAspect="1"/>
          </p:cNvPicPr>
          <p:nvPr/>
        </p:nvPicPr>
        <p:blipFill>
          <a:blip r:embed="rId3"/>
          <a:srcRect/>
          <a:stretch/>
        </p:blipFill>
        <p:spPr>
          <a:xfrm>
            <a:off x="10133471" y="3627324"/>
            <a:ext cx="177679" cy="144000"/>
          </a:xfrm>
          <a:prstGeom prst="rect">
            <a:avLst/>
          </a:prstGeom>
        </p:spPr>
      </p:pic>
      <p:pic>
        <p:nvPicPr>
          <p:cNvPr id="93" name="Manufacturing Pin">
            <a:extLst>
              <a:ext uri="{FF2B5EF4-FFF2-40B4-BE49-F238E27FC236}">
                <a16:creationId xmlns:a16="http://schemas.microsoft.com/office/drawing/2014/main" id="{F8C70131-1B28-34A4-5EC4-08A57FDF6EAF}"/>
              </a:ext>
            </a:extLst>
          </p:cNvPr>
          <p:cNvPicPr>
            <a:picLocks noChangeAspect="1"/>
          </p:cNvPicPr>
          <p:nvPr/>
        </p:nvPicPr>
        <p:blipFill>
          <a:blip r:embed="rId3"/>
          <a:srcRect/>
          <a:stretch/>
        </p:blipFill>
        <p:spPr>
          <a:xfrm>
            <a:off x="9403150" y="3618000"/>
            <a:ext cx="177679" cy="144000"/>
          </a:xfrm>
          <a:prstGeom prst="rect">
            <a:avLst/>
          </a:prstGeom>
        </p:spPr>
      </p:pic>
      <p:pic>
        <p:nvPicPr>
          <p:cNvPr id="94" name="Manufacturing Pin">
            <a:extLst>
              <a:ext uri="{FF2B5EF4-FFF2-40B4-BE49-F238E27FC236}">
                <a16:creationId xmlns:a16="http://schemas.microsoft.com/office/drawing/2014/main" id="{40D12F06-7172-9E3B-90EF-56BF7B0602AB}"/>
              </a:ext>
            </a:extLst>
          </p:cNvPr>
          <p:cNvPicPr>
            <a:picLocks noChangeAspect="1"/>
          </p:cNvPicPr>
          <p:nvPr/>
        </p:nvPicPr>
        <p:blipFill>
          <a:blip r:embed="rId3"/>
          <a:srcRect/>
          <a:stretch/>
        </p:blipFill>
        <p:spPr>
          <a:xfrm>
            <a:off x="6582967" y="1693783"/>
            <a:ext cx="177679" cy="144000"/>
          </a:xfrm>
          <a:prstGeom prst="rect">
            <a:avLst/>
          </a:prstGeom>
        </p:spPr>
      </p:pic>
      <p:pic>
        <p:nvPicPr>
          <p:cNvPr id="95" name="Manufacturing Pin">
            <a:extLst>
              <a:ext uri="{FF2B5EF4-FFF2-40B4-BE49-F238E27FC236}">
                <a16:creationId xmlns:a16="http://schemas.microsoft.com/office/drawing/2014/main" id="{10F4CC50-1F69-A947-BAF8-9A63A8DC9D5B}"/>
              </a:ext>
            </a:extLst>
          </p:cNvPr>
          <p:cNvPicPr>
            <a:picLocks noChangeAspect="1"/>
          </p:cNvPicPr>
          <p:nvPr/>
        </p:nvPicPr>
        <p:blipFill>
          <a:blip r:embed="rId3"/>
          <a:srcRect/>
          <a:stretch/>
        </p:blipFill>
        <p:spPr>
          <a:xfrm>
            <a:off x="6378377" y="764083"/>
            <a:ext cx="177679" cy="144000"/>
          </a:xfrm>
          <a:prstGeom prst="rect">
            <a:avLst/>
          </a:prstGeom>
        </p:spPr>
      </p:pic>
      <p:pic>
        <p:nvPicPr>
          <p:cNvPr id="96" name="Manufacturing Pin">
            <a:extLst>
              <a:ext uri="{FF2B5EF4-FFF2-40B4-BE49-F238E27FC236}">
                <a16:creationId xmlns:a16="http://schemas.microsoft.com/office/drawing/2014/main" id="{0951DE67-5174-7D97-0C42-0A7372C21CAC}"/>
              </a:ext>
            </a:extLst>
          </p:cNvPr>
          <p:cNvPicPr>
            <a:picLocks noChangeAspect="1"/>
          </p:cNvPicPr>
          <p:nvPr/>
        </p:nvPicPr>
        <p:blipFill>
          <a:blip r:embed="rId3"/>
          <a:srcRect/>
          <a:stretch/>
        </p:blipFill>
        <p:spPr>
          <a:xfrm>
            <a:off x="5958502" y="1434622"/>
            <a:ext cx="144000" cy="116705"/>
          </a:xfrm>
          <a:prstGeom prst="rect">
            <a:avLst/>
          </a:prstGeom>
        </p:spPr>
      </p:pic>
      <p:pic>
        <p:nvPicPr>
          <p:cNvPr id="97" name="Manufacturing Pin">
            <a:extLst>
              <a:ext uri="{FF2B5EF4-FFF2-40B4-BE49-F238E27FC236}">
                <a16:creationId xmlns:a16="http://schemas.microsoft.com/office/drawing/2014/main" id="{4DC30AA2-F177-B211-F6B5-1230F40950CC}"/>
              </a:ext>
            </a:extLst>
          </p:cNvPr>
          <p:cNvPicPr>
            <a:picLocks noChangeAspect="1"/>
          </p:cNvPicPr>
          <p:nvPr/>
        </p:nvPicPr>
        <p:blipFill>
          <a:blip r:embed="rId3"/>
          <a:srcRect/>
          <a:stretch/>
        </p:blipFill>
        <p:spPr>
          <a:xfrm>
            <a:off x="5641183" y="1567238"/>
            <a:ext cx="144000" cy="116705"/>
          </a:xfrm>
          <a:prstGeom prst="rect">
            <a:avLst/>
          </a:prstGeom>
        </p:spPr>
      </p:pic>
      <p:pic>
        <p:nvPicPr>
          <p:cNvPr id="98" name="Manufacturing Pin">
            <a:extLst>
              <a:ext uri="{FF2B5EF4-FFF2-40B4-BE49-F238E27FC236}">
                <a16:creationId xmlns:a16="http://schemas.microsoft.com/office/drawing/2014/main" id="{F5C24751-7E2F-DE3A-67F3-6D80701FEBC1}"/>
              </a:ext>
            </a:extLst>
          </p:cNvPr>
          <p:cNvPicPr>
            <a:picLocks noChangeAspect="1"/>
          </p:cNvPicPr>
          <p:nvPr/>
        </p:nvPicPr>
        <p:blipFill>
          <a:blip r:embed="rId3"/>
          <a:srcRect/>
          <a:stretch/>
        </p:blipFill>
        <p:spPr>
          <a:xfrm>
            <a:off x="5542147" y="1563127"/>
            <a:ext cx="144000" cy="116705"/>
          </a:xfrm>
          <a:prstGeom prst="rect">
            <a:avLst/>
          </a:prstGeom>
        </p:spPr>
      </p:pic>
      <p:pic>
        <p:nvPicPr>
          <p:cNvPr id="99" name="Manufacturing Pin">
            <a:extLst>
              <a:ext uri="{FF2B5EF4-FFF2-40B4-BE49-F238E27FC236}">
                <a16:creationId xmlns:a16="http://schemas.microsoft.com/office/drawing/2014/main" id="{629B191C-A60C-2393-8CF8-3A60E38569C2}"/>
              </a:ext>
            </a:extLst>
          </p:cNvPr>
          <p:cNvPicPr>
            <a:picLocks noChangeAspect="1"/>
          </p:cNvPicPr>
          <p:nvPr/>
        </p:nvPicPr>
        <p:blipFill>
          <a:blip r:embed="rId3"/>
          <a:srcRect/>
          <a:stretch/>
        </p:blipFill>
        <p:spPr>
          <a:xfrm>
            <a:off x="5629709" y="1391064"/>
            <a:ext cx="144000" cy="116705"/>
          </a:xfrm>
          <a:prstGeom prst="rect">
            <a:avLst/>
          </a:prstGeom>
        </p:spPr>
      </p:pic>
      <p:pic>
        <p:nvPicPr>
          <p:cNvPr id="100" name="Manufacturing Pin">
            <a:extLst>
              <a:ext uri="{FF2B5EF4-FFF2-40B4-BE49-F238E27FC236}">
                <a16:creationId xmlns:a16="http://schemas.microsoft.com/office/drawing/2014/main" id="{66F166A8-848D-CA66-5A85-11A4B69BDD1D}"/>
              </a:ext>
            </a:extLst>
          </p:cNvPr>
          <p:cNvPicPr>
            <a:picLocks noChangeAspect="1"/>
          </p:cNvPicPr>
          <p:nvPr/>
        </p:nvPicPr>
        <p:blipFill>
          <a:blip r:embed="rId3"/>
          <a:srcRect/>
          <a:stretch/>
        </p:blipFill>
        <p:spPr>
          <a:xfrm>
            <a:off x="5724341" y="1335759"/>
            <a:ext cx="144000" cy="116705"/>
          </a:xfrm>
          <a:prstGeom prst="rect">
            <a:avLst/>
          </a:prstGeom>
        </p:spPr>
      </p:pic>
      <p:pic>
        <p:nvPicPr>
          <p:cNvPr id="101" name="Manufacturing Pin">
            <a:extLst>
              <a:ext uri="{FF2B5EF4-FFF2-40B4-BE49-F238E27FC236}">
                <a16:creationId xmlns:a16="http://schemas.microsoft.com/office/drawing/2014/main" id="{BDC495B3-FBF4-5ABC-98CD-4BDDB7598939}"/>
              </a:ext>
            </a:extLst>
          </p:cNvPr>
          <p:cNvPicPr>
            <a:picLocks noChangeAspect="1"/>
          </p:cNvPicPr>
          <p:nvPr/>
        </p:nvPicPr>
        <p:blipFill>
          <a:blip r:embed="rId3"/>
          <a:srcRect/>
          <a:stretch/>
        </p:blipFill>
        <p:spPr>
          <a:xfrm>
            <a:off x="5631467" y="1404522"/>
            <a:ext cx="144000" cy="116705"/>
          </a:xfrm>
          <a:prstGeom prst="rect">
            <a:avLst/>
          </a:prstGeom>
        </p:spPr>
      </p:pic>
      <p:pic>
        <p:nvPicPr>
          <p:cNvPr id="102" name="Manufacturing Pin">
            <a:extLst>
              <a:ext uri="{FF2B5EF4-FFF2-40B4-BE49-F238E27FC236}">
                <a16:creationId xmlns:a16="http://schemas.microsoft.com/office/drawing/2014/main" id="{7C1EF74E-FCE9-B410-478F-5704E755EC7D}"/>
              </a:ext>
            </a:extLst>
          </p:cNvPr>
          <p:cNvPicPr>
            <a:picLocks noChangeAspect="1"/>
          </p:cNvPicPr>
          <p:nvPr/>
        </p:nvPicPr>
        <p:blipFill>
          <a:blip r:embed="rId3"/>
          <a:srcRect/>
          <a:stretch/>
        </p:blipFill>
        <p:spPr>
          <a:xfrm>
            <a:off x="5693083" y="1413260"/>
            <a:ext cx="144000" cy="116705"/>
          </a:xfrm>
          <a:prstGeom prst="rect">
            <a:avLst/>
          </a:prstGeom>
        </p:spPr>
      </p:pic>
      <p:pic>
        <p:nvPicPr>
          <p:cNvPr id="103" name="Manufacturing Pin">
            <a:extLst>
              <a:ext uri="{FF2B5EF4-FFF2-40B4-BE49-F238E27FC236}">
                <a16:creationId xmlns:a16="http://schemas.microsoft.com/office/drawing/2014/main" id="{192A5BB1-17A8-6D2A-0F59-923855E4D2CF}"/>
              </a:ext>
            </a:extLst>
          </p:cNvPr>
          <p:cNvPicPr>
            <a:picLocks noChangeAspect="1"/>
          </p:cNvPicPr>
          <p:nvPr/>
        </p:nvPicPr>
        <p:blipFill>
          <a:blip r:embed="rId3"/>
          <a:srcRect/>
          <a:stretch/>
        </p:blipFill>
        <p:spPr>
          <a:xfrm>
            <a:off x="5791436" y="1216889"/>
            <a:ext cx="144000" cy="116705"/>
          </a:xfrm>
          <a:prstGeom prst="rect">
            <a:avLst/>
          </a:prstGeom>
        </p:spPr>
      </p:pic>
      <p:pic>
        <p:nvPicPr>
          <p:cNvPr id="104" name="Manufacturing Pin">
            <a:extLst>
              <a:ext uri="{FF2B5EF4-FFF2-40B4-BE49-F238E27FC236}">
                <a16:creationId xmlns:a16="http://schemas.microsoft.com/office/drawing/2014/main" id="{25057F95-36A3-DDC2-D95A-78A17F96799E}"/>
              </a:ext>
            </a:extLst>
          </p:cNvPr>
          <p:cNvPicPr>
            <a:picLocks noChangeAspect="1"/>
          </p:cNvPicPr>
          <p:nvPr/>
        </p:nvPicPr>
        <p:blipFill>
          <a:blip r:embed="rId3"/>
          <a:srcRect/>
          <a:stretch/>
        </p:blipFill>
        <p:spPr>
          <a:xfrm>
            <a:off x="5826257" y="1232547"/>
            <a:ext cx="144000" cy="116705"/>
          </a:xfrm>
          <a:prstGeom prst="rect">
            <a:avLst/>
          </a:prstGeom>
        </p:spPr>
      </p:pic>
      <p:pic>
        <p:nvPicPr>
          <p:cNvPr id="105" name="Manufacturing Pin">
            <a:extLst>
              <a:ext uri="{FF2B5EF4-FFF2-40B4-BE49-F238E27FC236}">
                <a16:creationId xmlns:a16="http://schemas.microsoft.com/office/drawing/2014/main" id="{F217916A-AC54-8DBE-3576-ACDABBCD6051}"/>
              </a:ext>
            </a:extLst>
          </p:cNvPr>
          <p:cNvPicPr>
            <a:picLocks noChangeAspect="1"/>
          </p:cNvPicPr>
          <p:nvPr/>
        </p:nvPicPr>
        <p:blipFill>
          <a:blip r:embed="rId3"/>
          <a:srcRect/>
          <a:stretch/>
        </p:blipFill>
        <p:spPr>
          <a:xfrm>
            <a:off x="5823856" y="1259574"/>
            <a:ext cx="144000" cy="116705"/>
          </a:xfrm>
          <a:prstGeom prst="rect">
            <a:avLst/>
          </a:prstGeom>
        </p:spPr>
      </p:pic>
      <p:pic>
        <p:nvPicPr>
          <p:cNvPr id="106" name="Manufacturing Pin">
            <a:extLst>
              <a:ext uri="{FF2B5EF4-FFF2-40B4-BE49-F238E27FC236}">
                <a16:creationId xmlns:a16="http://schemas.microsoft.com/office/drawing/2014/main" id="{00ECF682-565E-E948-5C84-9C5EE6A79376}"/>
              </a:ext>
            </a:extLst>
          </p:cNvPr>
          <p:cNvPicPr>
            <a:picLocks noChangeAspect="1"/>
          </p:cNvPicPr>
          <p:nvPr/>
        </p:nvPicPr>
        <p:blipFill>
          <a:blip r:embed="rId3"/>
          <a:srcRect/>
          <a:stretch/>
        </p:blipFill>
        <p:spPr>
          <a:xfrm>
            <a:off x="5858996" y="1270903"/>
            <a:ext cx="144000" cy="116705"/>
          </a:xfrm>
          <a:prstGeom prst="rect">
            <a:avLst/>
          </a:prstGeom>
        </p:spPr>
      </p:pic>
      <p:pic>
        <p:nvPicPr>
          <p:cNvPr id="108" name="Manufacturing Pin">
            <a:extLst>
              <a:ext uri="{FF2B5EF4-FFF2-40B4-BE49-F238E27FC236}">
                <a16:creationId xmlns:a16="http://schemas.microsoft.com/office/drawing/2014/main" id="{62468B81-AFB3-052E-E348-178DCE578E22}"/>
              </a:ext>
            </a:extLst>
          </p:cNvPr>
          <p:cNvPicPr>
            <a:picLocks noChangeAspect="1"/>
          </p:cNvPicPr>
          <p:nvPr/>
        </p:nvPicPr>
        <p:blipFill>
          <a:blip r:embed="rId3"/>
          <a:srcRect/>
          <a:stretch/>
        </p:blipFill>
        <p:spPr>
          <a:xfrm>
            <a:off x="2570287" y="1585611"/>
            <a:ext cx="144000" cy="116705"/>
          </a:xfrm>
          <a:prstGeom prst="rect">
            <a:avLst/>
          </a:prstGeom>
        </p:spPr>
      </p:pic>
      <p:pic>
        <p:nvPicPr>
          <p:cNvPr id="109" name="Manufacturing Pin">
            <a:extLst>
              <a:ext uri="{FF2B5EF4-FFF2-40B4-BE49-F238E27FC236}">
                <a16:creationId xmlns:a16="http://schemas.microsoft.com/office/drawing/2014/main" id="{9BB10067-6386-662A-2952-F3FC63EB6FB3}"/>
              </a:ext>
            </a:extLst>
          </p:cNvPr>
          <p:cNvPicPr>
            <a:picLocks noChangeAspect="1"/>
          </p:cNvPicPr>
          <p:nvPr/>
        </p:nvPicPr>
        <p:blipFill>
          <a:blip r:embed="rId3"/>
          <a:srcRect/>
          <a:stretch/>
        </p:blipFill>
        <p:spPr>
          <a:xfrm>
            <a:off x="2591482" y="1704892"/>
            <a:ext cx="144000" cy="116705"/>
          </a:xfrm>
          <a:prstGeom prst="rect">
            <a:avLst/>
          </a:prstGeom>
        </p:spPr>
      </p:pic>
      <p:pic>
        <p:nvPicPr>
          <p:cNvPr id="110" name="Manufacturing Pin">
            <a:extLst>
              <a:ext uri="{FF2B5EF4-FFF2-40B4-BE49-F238E27FC236}">
                <a16:creationId xmlns:a16="http://schemas.microsoft.com/office/drawing/2014/main" id="{065A80B8-25EF-9E34-4590-47295B231804}"/>
              </a:ext>
            </a:extLst>
          </p:cNvPr>
          <p:cNvPicPr>
            <a:picLocks noChangeAspect="1"/>
          </p:cNvPicPr>
          <p:nvPr/>
        </p:nvPicPr>
        <p:blipFill>
          <a:blip r:embed="rId3"/>
          <a:srcRect/>
          <a:stretch/>
        </p:blipFill>
        <p:spPr>
          <a:xfrm>
            <a:off x="3318041" y="1838456"/>
            <a:ext cx="144000" cy="116705"/>
          </a:xfrm>
          <a:prstGeom prst="rect">
            <a:avLst/>
          </a:prstGeom>
        </p:spPr>
      </p:pic>
      <p:pic>
        <p:nvPicPr>
          <p:cNvPr id="111" name="Manufacturing Pin">
            <a:extLst>
              <a:ext uri="{FF2B5EF4-FFF2-40B4-BE49-F238E27FC236}">
                <a16:creationId xmlns:a16="http://schemas.microsoft.com/office/drawing/2014/main" id="{79B5B84A-2F13-86D1-D7FE-572E25D089B9}"/>
              </a:ext>
            </a:extLst>
          </p:cNvPr>
          <p:cNvPicPr>
            <a:picLocks noChangeAspect="1"/>
          </p:cNvPicPr>
          <p:nvPr/>
        </p:nvPicPr>
        <p:blipFill>
          <a:blip r:embed="rId3"/>
          <a:srcRect/>
          <a:stretch/>
        </p:blipFill>
        <p:spPr>
          <a:xfrm>
            <a:off x="3080086" y="1929946"/>
            <a:ext cx="144000" cy="116705"/>
          </a:xfrm>
          <a:prstGeom prst="rect">
            <a:avLst/>
          </a:prstGeom>
        </p:spPr>
      </p:pic>
      <p:pic>
        <p:nvPicPr>
          <p:cNvPr id="112" name="Manufacturing Pin">
            <a:extLst>
              <a:ext uri="{FF2B5EF4-FFF2-40B4-BE49-F238E27FC236}">
                <a16:creationId xmlns:a16="http://schemas.microsoft.com/office/drawing/2014/main" id="{CD2E9855-9AB8-FAA2-6727-F29A7729E618}"/>
              </a:ext>
            </a:extLst>
          </p:cNvPr>
          <p:cNvPicPr>
            <a:picLocks noChangeAspect="1"/>
          </p:cNvPicPr>
          <p:nvPr/>
        </p:nvPicPr>
        <p:blipFill>
          <a:blip r:embed="rId3"/>
          <a:srcRect/>
          <a:stretch/>
        </p:blipFill>
        <p:spPr>
          <a:xfrm>
            <a:off x="3091303" y="1929945"/>
            <a:ext cx="144000" cy="116705"/>
          </a:xfrm>
          <a:prstGeom prst="rect">
            <a:avLst/>
          </a:prstGeom>
        </p:spPr>
      </p:pic>
      <p:pic>
        <p:nvPicPr>
          <p:cNvPr id="113" name="Manufacturing Pin">
            <a:extLst>
              <a:ext uri="{FF2B5EF4-FFF2-40B4-BE49-F238E27FC236}">
                <a16:creationId xmlns:a16="http://schemas.microsoft.com/office/drawing/2014/main" id="{2DA4B0AA-2876-8E97-F8B2-0BFB46BA0F2C}"/>
              </a:ext>
            </a:extLst>
          </p:cNvPr>
          <p:cNvPicPr>
            <a:picLocks noChangeAspect="1"/>
          </p:cNvPicPr>
          <p:nvPr/>
        </p:nvPicPr>
        <p:blipFill>
          <a:blip r:embed="rId3"/>
          <a:srcRect/>
          <a:stretch/>
        </p:blipFill>
        <p:spPr>
          <a:xfrm>
            <a:off x="2982479" y="1917010"/>
            <a:ext cx="144000" cy="116705"/>
          </a:xfrm>
          <a:prstGeom prst="rect">
            <a:avLst/>
          </a:prstGeom>
        </p:spPr>
      </p:pic>
      <p:pic>
        <p:nvPicPr>
          <p:cNvPr id="114" name="Manufacturing Pin">
            <a:extLst>
              <a:ext uri="{FF2B5EF4-FFF2-40B4-BE49-F238E27FC236}">
                <a16:creationId xmlns:a16="http://schemas.microsoft.com/office/drawing/2014/main" id="{8BBB7D90-D216-D2E1-783F-3197258B9491}"/>
              </a:ext>
            </a:extLst>
          </p:cNvPr>
          <p:cNvPicPr>
            <a:picLocks noChangeAspect="1"/>
          </p:cNvPicPr>
          <p:nvPr/>
        </p:nvPicPr>
        <p:blipFill>
          <a:blip r:embed="rId3"/>
          <a:srcRect/>
          <a:stretch/>
        </p:blipFill>
        <p:spPr>
          <a:xfrm>
            <a:off x="3068785" y="1929946"/>
            <a:ext cx="144000" cy="116705"/>
          </a:xfrm>
          <a:prstGeom prst="rect">
            <a:avLst/>
          </a:prstGeom>
        </p:spPr>
      </p:pic>
      <p:pic>
        <p:nvPicPr>
          <p:cNvPr id="115" name="Manufacturing Pin">
            <a:extLst>
              <a:ext uri="{FF2B5EF4-FFF2-40B4-BE49-F238E27FC236}">
                <a16:creationId xmlns:a16="http://schemas.microsoft.com/office/drawing/2014/main" id="{7304FA62-B890-C528-D030-EC7C2FB6C0A0}"/>
              </a:ext>
            </a:extLst>
          </p:cNvPr>
          <p:cNvPicPr>
            <a:picLocks noChangeAspect="1"/>
          </p:cNvPicPr>
          <p:nvPr/>
        </p:nvPicPr>
        <p:blipFill>
          <a:blip r:embed="rId3"/>
          <a:srcRect/>
          <a:stretch/>
        </p:blipFill>
        <p:spPr>
          <a:xfrm>
            <a:off x="3636295" y="1634096"/>
            <a:ext cx="144000" cy="116705"/>
          </a:xfrm>
          <a:prstGeom prst="rect">
            <a:avLst/>
          </a:prstGeom>
        </p:spPr>
      </p:pic>
      <p:pic>
        <p:nvPicPr>
          <p:cNvPr id="117" name="Manufacturing Pin">
            <a:extLst>
              <a:ext uri="{FF2B5EF4-FFF2-40B4-BE49-F238E27FC236}">
                <a16:creationId xmlns:a16="http://schemas.microsoft.com/office/drawing/2014/main" id="{02658A82-DA4D-7A71-2A4E-6CCEA631F06A}"/>
              </a:ext>
            </a:extLst>
          </p:cNvPr>
          <p:cNvPicPr>
            <a:picLocks noChangeAspect="1"/>
          </p:cNvPicPr>
          <p:nvPr/>
        </p:nvPicPr>
        <p:blipFill>
          <a:blip r:embed="rId3"/>
          <a:srcRect/>
          <a:stretch/>
        </p:blipFill>
        <p:spPr>
          <a:xfrm>
            <a:off x="3546215" y="1736204"/>
            <a:ext cx="144000" cy="116705"/>
          </a:xfrm>
          <a:prstGeom prst="rect">
            <a:avLst/>
          </a:prstGeom>
        </p:spPr>
      </p:pic>
      <p:pic>
        <p:nvPicPr>
          <p:cNvPr id="123" name="Manufacturing Pin">
            <a:extLst>
              <a:ext uri="{FF2B5EF4-FFF2-40B4-BE49-F238E27FC236}">
                <a16:creationId xmlns:a16="http://schemas.microsoft.com/office/drawing/2014/main" id="{A247AC8A-EFAA-7612-E8E2-28498198F2EA}"/>
              </a:ext>
            </a:extLst>
          </p:cNvPr>
          <p:cNvPicPr>
            <a:picLocks noChangeAspect="1"/>
          </p:cNvPicPr>
          <p:nvPr/>
        </p:nvPicPr>
        <p:blipFill>
          <a:blip r:embed="rId3"/>
          <a:srcRect/>
          <a:stretch/>
        </p:blipFill>
        <p:spPr>
          <a:xfrm>
            <a:off x="3314311" y="1462551"/>
            <a:ext cx="144000" cy="116705"/>
          </a:xfrm>
          <a:prstGeom prst="rect">
            <a:avLst/>
          </a:prstGeom>
        </p:spPr>
      </p:pic>
      <p:pic>
        <p:nvPicPr>
          <p:cNvPr id="124" name="Manufacturing Pin">
            <a:extLst>
              <a:ext uri="{FF2B5EF4-FFF2-40B4-BE49-F238E27FC236}">
                <a16:creationId xmlns:a16="http://schemas.microsoft.com/office/drawing/2014/main" id="{3964248B-D60C-8BF6-701A-89832F8C32A3}"/>
              </a:ext>
            </a:extLst>
          </p:cNvPr>
          <p:cNvPicPr>
            <a:picLocks noChangeAspect="1"/>
          </p:cNvPicPr>
          <p:nvPr/>
        </p:nvPicPr>
        <p:blipFill>
          <a:blip r:embed="rId3"/>
          <a:srcRect/>
          <a:stretch/>
        </p:blipFill>
        <p:spPr>
          <a:xfrm>
            <a:off x="3408879" y="1505744"/>
            <a:ext cx="144000" cy="116705"/>
          </a:xfrm>
          <a:prstGeom prst="rect">
            <a:avLst/>
          </a:prstGeom>
        </p:spPr>
      </p:pic>
      <p:pic>
        <p:nvPicPr>
          <p:cNvPr id="125" name="Manufacturing Pin">
            <a:extLst>
              <a:ext uri="{FF2B5EF4-FFF2-40B4-BE49-F238E27FC236}">
                <a16:creationId xmlns:a16="http://schemas.microsoft.com/office/drawing/2014/main" id="{FDD8DD1A-EF8B-05FD-6F43-6E9CCFA4D34F}"/>
              </a:ext>
            </a:extLst>
          </p:cNvPr>
          <p:cNvPicPr>
            <a:picLocks noChangeAspect="1"/>
          </p:cNvPicPr>
          <p:nvPr/>
        </p:nvPicPr>
        <p:blipFill>
          <a:blip r:embed="rId3"/>
          <a:srcRect/>
          <a:stretch/>
        </p:blipFill>
        <p:spPr>
          <a:xfrm>
            <a:off x="3334690" y="1516989"/>
            <a:ext cx="144000" cy="116705"/>
          </a:xfrm>
          <a:prstGeom prst="rect">
            <a:avLst/>
          </a:prstGeom>
        </p:spPr>
      </p:pic>
      <p:pic>
        <p:nvPicPr>
          <p:cNvPr id="127" name="Manufacturing Pin">
            <a:extLst>
              <a:ext uri="{FF2B5EF4-FFF2-40B4-BE49-F238E27FC236}">
                <a16:creationId xmlns:a16="http://schemas.microsoft.com/office/drawing/2014/main" id="{BC604DF7-397B-F143-203E-119DECC9344C}"/>
              </a:ext>
            </a:extLst>
          </p:cNvPr>
          <p:cNvPicPr>
            <a:picLocks noChangeAspect="1"/>
          </p:cNvPicPr>
          <p:nvPr/>
        </p:nvPicPr>
        <p:blipFill>
          <a:blip r:embed="rId3"/>
          <a:srcRect/>
          <a:stretch/>
        </p:blipFill>
        <p:spPr>
          <a:xfrm>
            <a:off x="3152086" y="1391064"/>
            <a:ext cx="144000" cy="116705"/>
          </a:xfrm>
          <a:prstGeom prst="rect">
            <a:avLst/>
          </a:prstGeom>
        </p:spPr>
      </p:pic>
      <p:pic>
        <p:nvPicPr>
          <p:cNvPr id="128" name="Manufacturing Pin">
            <a:extLst>
              <a:ext uri="{FF2B5EF4-FFF2-40B4-BE49-F238E27FC236}">
                <a16:creationId xmlns:a16="http://schemas.microsoft.com/office/drawing/2014/main" id="{E1538DC0-6E1E-21EE-0B03-A9C65051C7A0}"/>
              </a:ext>
            </a:extLst>
          </p:cNvPr>
          <p:cNvPicPr>
            <a:picLocks noChangeAspect="1"/>
          </p:cNvPicPr>
          <p:nvPr/>
        </p:nvPicPr>
        <p:blipFill>
          <a:blip r:embed="rId3"/>
          <a:srcRect/>
          <a:stretch/>
        </p:blipFill>
        <p:spPr>
          <a:xfrm>
            <a:off x="3121533" y="1429595"/>
            <a:ext cx="144000" cy="116705"/>
          </a:xfrm>
          <a:prstGeom prst="rect">
            <a:avLst/>
          </a:prstGeom>
        </p:spPr>
      </p:pic>
      <p:pic>
        <p:nvPicPr>
          <p:cNvPr id="129" name="Manufacturing Pin">
            <a:extLst>
              <a:ext uri="{FF2B5EF4-FFF2-40B4-BE49-F238E27FC236}">
                <a16:creationId xmlns:a16="http://schemas.microsoft.com/office/drawing/2014/main" id="{FDF57BCA-66CF-EDD5-3C39-1108988AF25C}"/>
              </a:ext>
            </a:extLst>
          </p:cNvPr>
          <p:cNvPicPr>
            <a:picLocks noChangeAspect="1"/>
          </p:cNvPicPr>
          <p:nvPr/>
        </p:nvPicPr>
        <p:blipFill>
          <a:blip r:embed="rId3"/>
          <a:srcRect/>
          <a:stretch/>
        </p:blipFill>
        <p:spPr>
          <a:xfrm>
            <a:off x="3162381" y="1425254"/>
            <a:ext cx="144000" cy="116705"/>
          </a:xfrm>
          <a:prstGeom prst="rect">
            <a:avLst/>
          </a:prstGeom>
        </p:spPr>
      </p:pic>
      <p:pic>
        <p:nvPicPr>
          <p:cNvPr id="130" name="Manufacturing Pin">
            <a:extLst>
              <a:ext uri="{FF2B5EF4-FFF2-40B4-BE49-F238E27FC236}">
                <a16:creationId xmlns:a16="http://schemas.microsoft.com/office/drawing/2014/main" id="{A5CB5A7C-91F6-14C0-A903-78094110BBBD}"/>
              </a:ext>
            </a:extLst>
          </p:cNvPr>
          <p:cNvPicPr>
            <a:picLocks noChangeAspect="1"/>
          </p:cNvPicPr>
          <p:nvPr/>
        </p:nvPicPr>
        <p:blipFill>
          <a:blip r:embed="rId3"/>
          <a:srcRect/>
          <a:stretch/>
        </p:blipFill>
        <p:spPr>
          <a:xfrm>
            <a:off x="3236985" y="1417850"/>
            <a:ext cx="144000" cy="116705"/>
          </a:xfrm>
          <a:prstGeom prst="rect">
            <a:avLst/>
          </a:prstGeom>
        </p:spPr>
      </p:pic>
      <p:pic>
        <p:nvPicPr>
          <p:cNvPr id="131" name="Manufacturing Pin">
            <a:extLst>
              <a:ext uri="{FF2B5EF4-FFF2-40B4-BE49-F238E27FC236}">
                <a16:creationId xmlns:a16="http://schemas.microsoft.com/office/drawing/2014/main" id="{C1CECFD3-110B-0D46-5691-CCA8438A3AD0}"/>
              </a:ext>
            </a:extLst>
          </p:cNvPr>
          <p:cNvPicPr>
            <a:picLocks noChangeAspect="1"/>
          </p:cNvPicPr>
          <p:nvPr/>
        </p:nvPicPr>
        <p:blipFill>
          <a:blip r:embed="rId3"/>
          <a:srcRect/>
          <a:stretch/>
        </p:blipFill>
        <p:spPr>
          <a:xfrm>
            <a:off x="3268916" y="1430118"/>
            <a:ext cx="144000" cy="116705"/>
          </a:xfrm>
          <a:prstGeom prst="rect">
            <a:avLst/>
          </a:prstGeom>
        </p:spPr>
      </p:pic>
      <p:pic>
        <p:nvPicPr>
          <p:cNvPr id="132" name="Manufacturing Pin">
            <a:extLst>
              <a:ext uri="{FF2B5EF4-FFF2-40B4-BE49-F238E27FC236}">
                <a16:creationId xmlns:a16="http://schemas.microsoft.com/office/drawing/2014/main" id="{E2D06367-6A02-6DA5-44E5-77FC1C650F2C}"/>
              </a:ext>
            </a:extLst>
          </p:cNvPr>
          <p:cNvPicPr>
            <a:picLocks noChangeAspect="1"/>
          </p:cNvPicPr>
          <p:nvPr/>
        </p:nvPicPr>
        <p:blipFill>
          <a:blip r:embed="rId3"/>
          <a:srcRect/>
          <a:stretch/>
        </p:blipFill>
        <p:spPr>
          <a:xfrm>
            <a:off x="3273775" y="1485673"/>
            <a:ext cx="144000" cy="116705"/>
          </a:xfrm>
          <a:prstGeom prst="rect">
            <a:avLst/>
          </a:prstGeom>
        </p:spPr>
      </p:pic>
      <p:pic>
        <p:nvPicPr>
          <p:cNvPr id="133" name="Manufacturing Pin">
            <a:extLst>
              <a:ext uri="{FF2B5EF4-FFF2-40B4-BE49-F238E27FC236}">
                <a16:creationId xmlns:a16="http://schemas.microsoft.com/office/drawing/2014/main" id="{14E225C8-968D-6B6D-F5EC-927AE24E5A41}"/>
              </a:ext>
            </a:extLst>
          </p:cNvPr>
          <p:cNvPicPr>
            <a:picLocks noChangeAspect="1"/>
          </p:cNvPicPr>
          <p:nvPr/>
        </p:nvPicPr>
        <p:blipFill>
          <a:blip r:embed="rId3"/>
          <a:srcRect/>
          <a:stretch/>
        </p:blipFill>
        <p:spPr>
          <a:xfrm>
            <a:off x="3236144" y="1466235"/>
            <a:ext cx="144000" cy="116705"/>
          </a:xfrm>
          <a:prstGeom prst="rect">
            <a:avLst/>
          </a:prstGeom>
        </p:spPr>
      </p:pic>
      <p:pic>
        <p:nvPicPr>
          <p:cNvPr id="134" name="Manufacturing Pin">
            <a:extLst>
              <a:ext uri="{FF2B5EF4-FFF2-40B4-BE49-F238E27FC236}">
                <a16:creationId xmlns:a16="http://schemas.microsoft.com/office/drawing/2014/main" id="{F13611C1-B4D6-2E19-A667-CE497103F8CE}"/>
              </a:ext>
            </a:extLst>
          </p:cNvPr>
          <p:cNvPicPr>
            <a:picLocks noChangeAspect="1"/>
          </p:cNvPicPr>
          <p:nvPr/>
        </p:nvPicPr>
        <p:blipFill>
          <a:blip r:embed="rId3"/>
          <a:srcRect/>
          <a:stretch/>
        </p:blipFill>
        <p:spPr>
          <a:xfrm>
            <a:off x="3261104" y="1524817"/>
            <a:ext cx="144000" cy="116705"/>
          </a:xfrm>
          <a:prstGeom prst="rect">
            <a:avLst/>
          </a:prstGeom>
        </p:spPr>
      </p:pic>
      <p:pic>
        <p:nvPicPr>
          <p:cNvPr id="135" name="Manufacturing Pin">
            <a:extLst>
              <a:ext uri="{FF2B5EF4-FFF2-40B4-BE49-F238E27FC236}">
                <a16:creationId xmlns:a16="http://schemas.microsoft.com/office/drawing/2014/main" id="{FB883DAA-BB83-2B14-B0EC-E9BD684A8B9E}"/>
              </a:ext>
            </a:extLst>
          </p:cNvPr>
          <p:cNvPicPr>
            <a:picLocks noChangeAspect="1"/>
          </p:cNvPicPr>
          <p:nvPr/>
        </p:nvPicPr>
        <p:blipFill>
          <a:blip r:embed="rId3"/>
          <a:srcRect/>
          <a:stretch/>
        </p:blipFill>
        <p:spPr>
          <a:xfrm>
            <a:off x="3228206" y="1551327"/>
            <a:ext cx="144000" cy="116705"/>
          </a:xfrm>
          <a:prstGeom prst="rect">
            <a:avLst/>
          </a:prstGeom>
        </p:spPr>
      </p:pic>
      <p:pic>
        <p:nvPicPr>
          <p:cNvPr id="136" name="Manufacturing Pin">
            <a:extLst>
              <a:ext uri="{FF2B5EF4-FFF2-40B4-BE49-F238E27FC236}">
                <a16:creationId xmlns:a16="http://schemas.microsoft.com/office/drawing/2014/main" id="{E26D498E-E890-31F0-D38B-07CF94E64AD4}"/>
              </a:ext>
            </a:extLst>
          </p:cNvPr>
          <p:cNvPicPr>
            <a:picLocks noChangeAspect="1"/>
          </p:cNvPicPr>
          <p:nvPr/>
        </p:nvPicPr>
        <p:blipFill>
          <a:blip r:embed="rId3"/>
          <a:srcRect/>
          <a:stretch/>
        </p:blipFill>
        <p:spPr>
          <a:xfrm>
            <a:off x="3203956" y="1576262"/>
            <a:ext cx="144000" cy="116705"/>
          </a:xfrm>
          <a:prstGeom prst="rect">
            <a:avLst/>
          </a:prstGeom>
        </p:spPr>
      </p:pic>
      <p:pic>
        <p:nvPicPr>
          <p:cNvPr id="137" name="Manufacturing Pin">
            <a:extLst>
              <a:ext uri="{FF2B5EF4-FFF2-40B4-BE49-F238E27FC236}">
                <a16:creationId xmlns:a16="http://schemas.microsoft.com/office/drawing/2014/main" id="{8D1C6207-D5F5-B0A0-6B07-D5216B8A5D44}"/>
              </a:ext>
            </a:extLst>
          </p:cNvPr>
          <p:cNvPicPr>
            <a:picLocks noChangeAspect="1"/>
          </p:cNvPicPr>
          <p:nvPr/>
        </p:nvPicPr>
        <p:blipFill>
          <a:blip r:embed="rId3"/>
          <a:srcRect/>
          <a:stretch/>
        </p:blipFill>
        <p:spPr>
          <a:xfrm>
            <a:off x="3143748" y="1551828"/>
            <a:ext cx="144000" cy="116705"/>
          </a:xfrm>
          <a:prstGeom prst="rect">
            <a:avLst/>
          </a:prstGeom>
        </p:spPr>
      </p:pic>
      <p:pic>
        <p:nvPicPr>
          <p:cNvPr id="138" name="Manufacturing Pin">
            <a:extLst>
              <a:ext uri="{FF2B5EF4-FFF2-40B4-BE49-F238E27FC236}">
                <a16:creationId xmlns:a16="http://schemas.microsoft.com/office/drawing/2014/main" id="{065432FA-0BFB-037D-2FD1-7037824715F2}"/>
              </a:ext>
            </a:extLst>
          </p:cNvPr>
          <p:cNvPicPr>
            <a:picLocks noChangeAspect="1"/>
          </p:cNvPicPr>
          <p:nvPr/>
        </p:nvPicPr>
        <p:blipFill>
          <a:blip r:embed="rId3"/>
          <a:srcRect/>
          <a:stretch/>
        </p:blipFill>
        <p:spPr>
          <a:xfrm>
            <a:off x="3153327" y="1599094"/>
            <a:ext cx="144000" cy="116705"/>
          </a:xfrm>
          <a:prstGeom prst="rect">
            <a:avLst/>
          </a:prstGeom>
        </p:spPr>
      </p:pic>
      <p:pic>
        <p:nvPicPr>
          <p:cNvPr id="155" name="Manufacturing Pin">
            <a:extLst>
              <a:ext uri="{FF2B5EF4-FFF2-40B4-BE49-F238E27FC236}">
                <a16:creationId xmlns:a16="http://schemas.microsoft.com/office/drawing/2014/main" id="{25361023-7F5E-34CE-A042-11BB68EAAB1D}"/>
              </a:ext>
            </a:extLst>
          </p:cNvPr>
          <p:cNvPicPr>
            <a:picLocks noChangeAspect="1"/>
          </p:cNvPicPr>
          <p:nvPr/>
        </p:nvPicPr>
        <p:blipFill>
          <a:blip r:embed="rId3"/>
          <a:srcRect/>
          <a:stretch/>
        </p:blipFill>
        <p:spPr>
          <a:xfrm>
            <a:off x="3133773" y="1491773"/>
            <a:ext cx="144000" cy="116705"/>
          </a:xfrm>
          <a:prstGeom prst="rect">
            <a:avLst/>
          </a:prstGeom>
        </p:spPr>
      </p:pic>
      <p:pic>
        <p:nvPicPr>
          <p:cNvPr id="156" name="Manufacturing Pin">
            <a:extLst>
              <a:ext uri="{FF2B5EF4-FFF2-40B4-BE49-F238E27FC236}">
                <a16:creationId xmlns:a16="http://schemas.microsoft.com/office/drawing/2014/main" id="{BC2C0C1F-E896-D0C6-23CD-EA7B73BF68EA}"/>
              </a:ext>
            </a:extLst>
          </p:cNvPr>
          <p:cNvPicPr>
            <a:picLocks noChangeAspect="1"/>
          </p:cNvPicPr>
          <p:nvPr/>
        </p:nvPicPr>
        <p:blipFill>
          <a:blip r:embed="rId3"/>
          <a:srcRect/>
          <a:stretch/>
        </p:blipFill>
        <p:spPr>
          <a:xfrm>
            <a:off x="3193058" y="1497080"/>
            <a:ext cx="144000" cy="116705"/>
          </a:xfrm>
          <a:prstGeom prst="rect">
            <a:avLst/>
          </a:prstGeom>
        </p:spPr>
      </p:pic>
      <p:pic>
        <p:nvPicPr>
          <p:cNvPr id="157" name="Manufacturing Pin">
            <a:extLst>
              <a:ext uri="{FF2B5EF4-FFF2-40B4-BE49-F238E27FC236}">
                <a16:creationId xmlns:a16="http://schemas.microsoft.com/office/drawing/2014/main" id="{34D27358-B748-5BB1-769E-4407584F3FA3}"/>
              </a:ext>
            </a:extLst>
          </p:cNvPr>
          <p:cNvPicPr>
            <a:picLocks noChangeAspect="1"/>
          </p:cNvPicPr>
          <p:nvPr/>
        </p:nvPicPr>
        <p:blipFill>
          <a:blip r:embed="rId3"/>
          <a:srcRect/>
          <a:stretch/>
        </p:blipFill>
        <p:spPr>
          <a:xfrm>
            <a:off x="4164067" y="3497178"/>
            <a:ext cx="144000" cy="116705"/>
          </a:xfrm>
          <a:prstGeom prst="rect">
            <a:avLst/>
          </a:prstGeom>
        </p:spPr>
      </p:pic>
      <p:pic>
        <p:nvPicPr>
          <p:cNvPr id="158" name="Manufacturing Pin">
            <a:extLst>
              <a:ext uri="{FF2B5EF4-FFF2-40B4-BE49-F238E27FC236}">
                <a16:creationId xmlns:a16="http://schemas.microsoft.com/office/drawing/2014/main" id="{106DCECE-1C3F-1515-40F7-CA93C3C458BC}"/>
              </a:ext>
            </a:extLst>
          </p:cNvPr>
          <p:cNvPicPr>
            <a:picLocks noChangeAspect="1"/>
          </p:cNvPicPr>
          <p:nvPr/>
        </p:nvPicPr>
        <p:blipFill>
          <a:blip r:embed="rId3"/>
          <a:srcRect/>
          <a:stretch/>
        </p:blipFill>
        <p:spPr>
          <a:xfrm>
            <a:off x="4076208" y="3403237"/>
            <a:ext cx="144000" cy="116705"/>
          </a:xfrm>
          <a:prstGeom prst="rect">
            <a:avLst/>
          </a:prstGeom>
        </p:spPr>
      </p:pic>
      <p:pic>
        <p:nvPicPr>
          <p:cNvPr id="159" name="Manufacturing Pin">
            <a:extLst>
              <a:ext uri="{FF2B5EF4-FFF2-40B4-BE49-F238E27FC236}">
                <a16:creationId xmlns:a16="http://schemas.microsoft.com/office/drawing/2014/main" id="{D4F0E527-D85B-7D59-D6F4-5BBAD22F66CC}"/>
              </a:ext>
            </a:extLst>
          </p:cNvPr>
          <p:cNvPicPr>
            <a:picLocks noChangeAspect="1"/>
          </p:cNvPicPr>
          <p:nvPr/>
        </p:nvPicPr>
        <p:blipFill>
          <a:blip r:embed="rId3"/>
          <a:srcRect/>
          <a:stretch/>
        </p:blipFill>
        <p:spPr>
          <a:xfrm>
            <a:off x="4405038" y="3232540"/>
            <a:ext cx="144000" cy="116705"/>
          </a:xfrm>
          <a:prstGeom prst="rect">
            <a:avLst/>
          </a:prstGeom>
        </p:spPr>
      </p:pic>
      <p:pic>
        <p:nvPicPr>
          <p:cNvPr id="160" name="Manufacturing Pin">
            <a:extLst>
              <a:ext uri="{FF2B5EF4-FFF2-40B4-BE49-F238E27FC236}">
                <a16:creationId xmlns:a16="http://schemas.microsoft.com/office/drawing/2014/main" id="{9C174D41-7E44-13A2-7351-EA86EAEBFF80}"/>
              </a:ext>
            </a:extLst>
          </p:cNvPr>
          <p:cNvPicPr>
            <a:picLocks noChangeAspect="1"/>
          </p:cNvPicPr>
          <p:nvPr/>
        </p:nvPicPr>
        <p:blipFill>
          <a:blip r:embed="rId3"/>
          <a:srcRect/>
          <a:stretch/>
        </p:blipFill>
        <p:spPr>
          <a:xfrm>
            <a:off x="4444389" y="3225703"/>
            <a:ext cx="144000" cy="116705"/>
          </a:xfrm>
          <a:prstGeom prst="rect">
            <a:avLst/>
          </a:prstGeom>
        </p:spPr>
      </p:pic>
      <p:pic>
        <p:nvPicPr>
          <p:cNvPr id="161" name="Manufacturing Pin">
            <a:extLst>
              <a:ext uri="{FF2B5EF4-FFF2-40B4-BE49-F238E27FC236}">
                <a16:creationId xmlns:a16="http://schemas.microsoft.com/office/drawing/2014/main" id="{E0E5CD8B-16E4-6B5A-CFA1-2E5795CD8E50}"/>
              </a:ext>
            </a:extLst>
          </p:cNvPr>
          <p:cNvPicPr>
            <a:picLocks noChangeAspect="1"/>
          </p:cNvPicPr>
          <p:nvPr/>
        </p:nvPicPr>
        <p:blipFill>
          <a:blip r:embed="rId3"/>
          <a:srcRect/>
          <a:stretch/>
        </p:blipFill>
        <p:spPr>
          <a:xfrm>
            <a:off x="4426536" y="3250332"/>
            <a:ext cx="144000" cy="116705"/>
          </a:xfrm>
          <a:prstGeom prst="rect">
            <a:avLst/>
          </a:prstGeom>
        </p:spPr>
      </p:pic>
      <p:pic>
        <p:nvPicPr>
          <p:cNvPr id="162" name="Manufacturing Pin">
            <a:extLst>
              <a:ext uri="{FF2B5EF4-FFF2-40B4-BE49-F238E27FC236}">
                <a16:creationId xmlns:a16="http://schemas.microsoft.com/office/drawing/2014/main" id="{1C9B952C-F0F4-869C-5F56-C8381211CE6E}"/>
              </a:ext>
            </a:extLst>
          </p:cNvPr>
          <p:cNvPicPr>
            <a:picLocks noChangeAspect="1"/>
          </p:cNvPicPr>
          <p:nvPr/>
        </p:nvPicPr>
        <p:blipFill>
          <a:blip r:embed="rId3"/>
          <a:srcRect/>
          <a:stretch/>
        </p:blipFill>
        <p:spPr>
          <a:xfrm>
            <a:off x="4278891" y="3134798"/>
            <a:ext cx="144000" cy="116705"/>
          </a:xfrm>
          <a:prstGeom prst="rect">
            <a:avLst/>
          </a:prstGeom>
        </p:spPr>
      </p:pic>
      <p:pic>
        <p:nvPicPr>
          <p:cNvPr id="164" name="Manufacturing Pin">
            <a:extLst>
              <a:ext uri="{FF2B5EF4-FFF2-40B4-BE49-F238E27FC236}">
                <a16:creationId xmlns:a16="http://schemas.microsoft.com/office/drawing/2014/main" id="{4677023C-4FBE-64C7-914B-1BE125E71F46}"/>
              </a:ext>
            </a:extLst>
          </p:cNvPr>
          <p:cNvPicPr>
            <a:picLocks noChangeAspect="1"/>
          </p:cNvPicPr>
          <p:nvPr/>
        </p:nvPicPr>
        <p:blipFill>
          <a:blip r:embed="rId3"/>
          <a:srcRect/>
          <a:stretch/>
        </p:blipFill>
        <p:spPr>
          <a:xfrm>
            <a:off x="4490244" y="3084369"/>
            <a:ext cx="144000" cy="116705"/>
          </a:xfrm>
          <a:prstGeom prst="rect">
            <a:avLst/>
          </a:prstGeom>
        </p:spPr>
      </p:pic>
      <p:sp>
        <p:nvSpPr>
          <p:cNvPr id="3" name="TextBox 2">
            <a:extLst>
              <a:ext uri="{FF2B5EF4-FFF2-40B4-BE49-F238E27FC236}">
                <a16:creationId xmlns:a16="http://schemas.microsoft.com/office/drawing/2014/main" id="{88DD07D5-E654-0A60-D1DA-69C011DEFC18}"/>
              </a:ext>
            </a:extLst>
          </p:cNvPr>
          <p:cNvSpPr txBox="1"/>
          <p:nvPr/>
        </p:nvSpPr>
        <p:spPr>
          <a:xfrm>
            <a:off x="954408" y="5211074"/>
            <a:ext cx="6653501" cy="1328673"/>
          </a:xfrm>
          <a:prstGeom prst="rect">
            <a:avLst/>
          </a:prstGeom>
          <a:noFill/>
        </p:spPr>
        <p:txBody>
          <a:bodyPr wrap="square" lIns="540000" tIns="0" rIns="0" bIns="0" rtlCol="0">
            <a:noAutofit/>
          </a:bodyPr>
          <a:lstStyle/>
          <a:p>
            <a:pPr>
              <a:lnSpc>
                <a:spcPct val="80000"/>
              </a:lnSpc>
            </a:pPr>
            <a:r>
              <a:rPr lang="de-DE" sz="4800" b="0" i="1" spc="200">
                <a:solidFill>
                  <a:schemeClr val="accent2"/>
                </a:solidFill>
                <a:latin typeface="JD Sans Pro Semibold" panose="02000700000000020000" pitchFamily="2" charset="0"/>
                <a:cs typeface="Verdana"/>
              </a:rPr>
              <a:t>MANUFACTURING FACILITIES</a:t>
            </a:r>
          </a:p>
        </p:txBody>
      </p:sp>
      <p:sp>
        <p:nvSpPr>
          <p:cNvPr id="4" name="TextBox 3">
            <a:extLst>
              <a:ext uri="{FF2B5EF4-FFF2-40B4-BE49-F238E27FC236}">
                <a16:creationId xmlns:a16="http://schemas.microsoft.com/office/drawing/2014/main" id="{C23E8899-28AC-59E7-639A-54564A94E3E6}"/>
              </a:ext>
            </a:extLst>
          </p:cNvPr>
          <p:cNvSpPr txBox="1"/>
          <p:nvPr/>
        </p:nvSpPr>
        <p:spPr>
          <a:xfrm>
            <a:off x="948119" y="4676510"/>
            <a:ext cx="5245079" cy="867421"/>
          </a:xfrm>
          <a:prstGeom prst="rect">
            <a:avLst/>
          </a:prstGeom>
          <a:noFill/>
        </p:spPr>
        <p:txBody>
          <a:bodyPr wrap="square" lIns="0" tIns="0" rIns="0" bIns="0" rtlCol="0">
            <a:noAutofit/>
          </a:bodyPr>
          <a:lstStyle/>
          <a:p>
            <a:r>
              <a:rPr lang="de-DE" sz="2200" b="0" spc="400">
                <a:solidFill>
                  <a:schemeClr val="tx1">
                    <a:lumMod val="65000"/>
                    <a:lumOff val="35000"/>
                  </a:schemeClr>
                </a:solidFill>
                <a:latin typeface="JD Sans Pro Bold" panose="02000800000000020000" pitchFamily="2" charset="0"/>
                <a:cs typeface="Verdana"/>
              </a:rPr>
              <a:t>GLOBAL FOOTPRINT</a:t>
            </a:r>
          </a:p>
        </p:txBody>
      </p:sp>
      <p:sp>
        <p:nvSpPr>
          <p:cNvPr id="5" name="TextBox 4">
            <a:extLst>
              <a:ext uri="{FF2B5EF4-FFF2-40B4-BE49-F238E27FC236}">
                <a16:creationId xmlns:a16="http://schemas.microsoft.com/office/drawing/2014/main" id="{A82388C5-50F3-C208-B86B-B07C9AF79538}"/>
              </a:ext>
            </a:extLst>
          </p:cNvPr>
          <p:cNvSpPr txBox="1"/>
          <p:nvPr/>
        </p:nvSpPr>
        <p:spPr>
          <a:xfrm>
            <a:off x="6759453" y="3911773"/>
            <a:ext cx="4018086" cy="1865921"/>
          </a:xfrm>
          <a:prstGeom prst="rect">
            <a:avLst/>
          </a:prstGeom>
          <a:noFill/>
          <a:ln w="19050">
            <a:solidFill>
              <a:schemeClr val="tx1">
                <a:lumMod val="65000"/>
                <a:lumOff val="35000"/>
              </a:schemeClr>
            </a:solidFill>
            <a:miter lim="800000"/>
          </a:ln>
        </p:spPr>
        <p:txBody>
          <a:bodyPr wrap="square" lIns="540000" tIns="360000" rIns="360000" bIns="360000" rtlCol="0" anchor="ctr">
            <a:noAutofit/>
          </a:bodyPr>
          <a:lstStyle/>
          <a:p>
            <a:pPr>
              <a:spcAft>
                <a:spcPts val="1200"/>
              </a:spcAft>
            </a:pPr>
            <a:r>
              <a:rPr lang="en-US" sz="2000" i="1" spc="200">
                <a:solidFill>
                  <a:schemeClr val="tx1">
                    <a:lumMod val="65000"/>
                    <a:lumOff val="35000"/>
                  </a:schemeClr>
                </a:solidFill>
                <a:latin typeface="JD Sans Pro Book" panose="02000500000000020000" pitchFamily="2" charset="0"/>
                <a:cs typeface="Verdana"/>
              </a:rPr>
              <a:t>More than </a:t>
            </a:r>
            <a:r>
              <a:rPr lang="en-US" sz="2000" i="1" spc="200">
                <a:solidFill>
                  <a:schemeClr val="accent2"/>
                </a:solidFill>
                <a:latin typeface="JD Sans Pro Book" panose="02000500000000020000" pitchFamily="2" charset="0"/>
                <a:cs typeface="Verdana"/>
              </a:rPr>
              <a:t>100 </a:t>
            </a:r>
            <a:r>
              <a:rPr lang="en-US" sz="2000" i="1" spc="200">
                <a:solidFill>
                  <a:schemeClr val="tx1">
                    <a:lumMod val="75000"/>
                    <a:lumOff val="25000"/>
                  </a:schemeClr>
                </a:solidFill>
                <a:latin typeface="JD Sans Pro Book" panose="02000500000000020000" pitchFamily="2" charset="0"/>
                <a:cs typeface="Verdana"/>
              </a:rPr>
              <a:t>Locations.</a:t>
            </a:r>
            <a:endParaRPr lang="en-US" sz="2000" i="1" strike="sngStrike" spc="200">
              <a:solidFill>
                <a:schemeClr val="tx1">
                  <a:lumMod val="75000"/>
                  <a:lumOff val="25000"/>
                </a:schemeClr>
              </a:solidFill>
              <a:highlight>
                <a:srgbClr val="FFFF00"/>
              </a:highlight>
              <a:latin typeface="JD Sans Pro Book" panose="02000500000000020000" pitchFamily="2" charset="0"/>
              <a:cs typeface="Verdana"/>
            </a:endParaRPr>
          </a:p>
          <a:p>
            <a:pPr>
              <a:spcAft>
                <a:spcPts val="1200"/>
              </a:spcAft>
            </a:pPr>
            <a:r>
              <a:rPr lang="en-US" sz="2000" i="1" spc="200">
                <a:solidFill>
                  <a:schemeClr val="accent2"/>
                </a:solidFill>
                <a:latin typeface="JD Sans Pro Book" panose="02000500000000020000" pitchFamily="2" charset="0"/>
                <a:cs typeface="Verdana"/>
              </a:rPr>
              <a:t>76</a:t>
            </a:r>
            <a:r>
              <a:rPr lang="en-US" sz="2000" i="1" spc="200">
                <a:solidFill>
                  <a:schemeClr val="tx1">
                    <a:lumMod val="65000"/>
                    <a:lumOff val="35000"/>
                  </a:schemeClr>
                </a:solidFill>
                <a:latin typeface="JD Sans Pro Book" panose="02000500000000020000" pitchFamily="2" charset="0"/>
                <a:cs typeface="Verdana"/>
              </a:rPr>
              <a:t> </a:t>
            </a:r>
            <a:r>
              <a:rPr lang="en-US" sz="2000" i="1" spc="200">
                <a:solidFill>
                  <a:schemeClr val="tx1">
                    <a:lumMod val="75000"/>
                    <a:lumOff val="25000"/>
                  </a:schemeClr>
                </a:solidFill>
                <a:latin typeface="JD Sans Pro Book" panose="02000500000000020000" pitchFamily="2" charset="0"/>
                <a:cs typeface="Verdana"/>
              </a:rPr>
              <a:t>manufacturing locations in </a:t>
            </a:r>
            <a:r>
              <a:rPr lang="en-US" sz="2000" i="1" spc="200">
                <a:solidFill>
                  <a:schemeClr val="accent2"/>
                </a:solidFill>
                <a:latin typeface="JD Sans Pro Book" panose="02000500000000020000" pitchFamily="2" charset="0"/>
                <a:cs typeface="Verdana"/>
              </a:rPr>
              <a:t>16</a:t>
            </a:r>
            <a:r>
              <a:rPr lang="en-US" sz="2000" i="1" spc="200">
                <a:solidFill>
                  <a:schemeClr val="tx1">
                    <a:lumMod val="65000"/>
                    <a:lumOff val="35000"/>
                  </a:schemeClr>
                </a:solidFill>
                <a:latin typeface="JD Sans Pro Book" panose="02000500000000020000" pitchFamily="2" charset="0"/>
                <a:cs typeface="Verdana"/>
              </a:rPr>
              <a:t> </a:t>
            </a:r>
            <a:r>
              <a:rPr lang="en-US" sz="2000" i="1" spc="200">
                <a:solidFill>
                  <a:schemeClr val="tx1">
                    <a:lumMod val="75000"/>
                    <a:lumOff val="25000"/>
                  </a:schemeClr>
                </a:solidFill>
                <a:latin typeface="JD Sans Pro Book" panose="02000500000000020000" pitchFamily="2" charset="0"/>
                <a:cs typeface="Verdana"/>
              </a:rPr>
              <a:t>countries</a:t>
            </a:r>
          </a:p>
        </p:txBody>
      </p:sp>
      <p:pic>
        <p:nvPicPr>
          <p:cNvPr id="6" name="Manufacturing Pin">
            <a:extLst>
              <a:ext uri="{FF2B5EF4-FFF2-40B4-BE49-F238E27FC236}">
                <a16:creationId xmlns:a16="http://schemas.microsoft.com/office/drawing/2014/main" id="{5015CF69-21A9-6434-F01E-27FA837ED7FB}"/>
              </a:ext>
            </a:extLst>
          </p:cNvPr>
          <p:cNvPicPr>
            <a:picLocks noChangeAspect="1"/>
          </p:cNvPicPr>
          <p:nvPr/>
        </p:nvPicPr>
        <p:blipFill>
          <a:blip r:embed="rId3"/>
          <a:srcRect/>
          <a:stretch/>
        </p:blipFill>
        <p:spPr>
          <a:xfrm>
            <a:off x="9538737" y="3396227"/>
            <a:ext cx="177679" cy="144000"/>
          </a:xfrm>
          <a:prstGeom prst="rect">
            <a:avLst/>
          </a:prstGeom>
        </p:spPr>
      </p:pic>
      <p:pic>
        <p:nvPicPr>
          <p:cNvPr id="8" name="Manufacturing Pin">
            <a:extLst>
              <a:ext uri="{FF2B5EF4-FFF2-40B4-BE49-F238E27FC236}">
                <a16:creationId xmlns:a16="http://schemas.microsoft.com/office/drawing/2014/main" id="{ADDD9479-A188-5FA2-93AE-3DB5186C4FBB}"/>
              </a:ext>
            </a:extLst>
          </p:cNvPr>
          <p:cNvPicPr>
            <a:picLocks noChangeAspect="1"/>
          </p:cNvPicPr>
          <p:nvPr/>
        </p:nvPicPr>
        <p:blipFill>
          <a:blip r:embed="rId3"/>
          <a:srcRect/>
          <a:stretch/>
        </p:blipFill>
        <p:spPr>
          <a:xfrm>
            <a:off x="8277439" y="2555467"/>
            <a:ext cx="177679" cy="144000"/>
          </a:xfrm>
          <a:prstGeom prst="rect">
            <a:avLst/>
          </a:prstGeom>
        </p:spPr>
      </p:pic>
      <p:pic>
        <p:nvPicPr>
          <p:cNvPr id="9" name="Manufacturing Pin">
            <a:extLst>
              <a:ext uri="{FF2B5EF4-FFF2-40B4-BE49-F238E27FC236}">
                <a16:creationId xmlns:a16="http://schemas.microsoft.com/office/drawing/2014/main" id="{7E9BA886-8DD1-9476-6C24-BA52E2941A71}"/>
              </a:ext>
            </a:extLst>
          </p:cNvPr>
          <p:cNvPicPr>
            <a:picLocks noChangeAspect="1"/>
          </p:cNvPicPr>
          <p:nvPr/>
        </p:nvPicPr>
        <p:blipFill>
          <a:blip r:embed="rId3"/>
          <a:srcRect/>
          <a:stretch/>
        </p:blipFill>
        <p:spPr>
          <a:xfrm>
            <a:off x="8201743" y="2235185"/>
            <a:ext cx="177679" cy="144000"/>
          </a:xfrm>
          <a:prstGeom prst="rect">
            <a:avLst/>
          </a:prstGeom>
        </p:spPr>
      </p:pic>
      <p:pic>
        <p:nvPicPr>
          <p:cNvPr id="10" name="Manufacturing Pin">
            <a:extLst>
              <a:ext uri="{FF2B5EF4-FFF2-40B4-BE49-F238E27FC236}">
                <a16:creationId xmlns:a16="http://schemas.microsoft.com/office/drawing/2014/main" id="{D28146D5-C8E1-F056-B36E-973B13B718DF}"/>
              </a:ext>
            </a:extLst>
          </p:cNvPr>
          <p:cNvPicPr>
            <a:picLocks noChangeAspect="1"/>
          </p:cNvPicPr>
          <p:nvPr/>
        </p:nvPicPr>
        <p:blipFill>
          <a:blip r:embed="rId3"/>
          <a:srcRect/>
          <a:stretch/>
        </p:blipFill>
        <p:spPr>
          <a:xfrm flipH="1">
            <a:off x="6312678" y="1491141"/>
            <a:ext cx="177679" cy="144000"/>
          </a:xfrm>
          <a:prstGeom prst="rect">
            <a:avLst/>
          </a:prstGeom>
        </p:spPr>
      </p:pic>
      <p:pic>
        <p:nvPicPr>
          <p:cNvPr id="13" name="Manufacturing Pin">
            <a:extLst>
              <a:ext uri="{FF2B5EF4-FFF2-40B4-BE49-F238E27FC236}">
                <a16:creationId xmlns:a16="http://schemas.microsoft.com/office/drawing/2014/main" id="{6369F9EB-97F0-D73E-DCF9-03B53E12817D}"/>
              </a:ext>
            </a:extLst>
          </p:cNvPr>
          <p:cNvPicPr>
            <a:picLocks noChangeAspect="1"/>
          </p:cNvPicPr>
          <p:nvPr/>
        </p:nvPicPr>
        <p:blipFill>
          <a:blip r:embed="rId3"/>
          <a:srcRect/>
          <a:stretch/>
        </p:blipFill>
        <p:spPr>
          <a:xfrm>
            <a:off x="6412056" y="1265801"/>
            <a:ext cx="144000" cy="116705"/>
          </a:xfrm>
          <a:prstGeom prst="rect">
            <a:avLst/>
          </a:prstGeom>
        </p:spPr>
      </p:pic>
      <p:pic>
        <p:nvPicPr>
          <p:cNvPr id="14" name="Manufacturing Pin">
            <a:extLst>
              <a:ext uri="{FF2B5EF4-FFF2-40B4-BE49-F238E27FC236}">
                <a16:creationId xmlns:a16="http://schemas.microsoft.com/office/drawing/2014/main" id="{047203D9-9D72-1F3E-7F1D-0C0879C96983}"/>
              </a:ext>
            </a:extLst>
          </p:cNvPr>
          <p:cNvPicPr>
            <a:picLocks noChangeAspect="1"/>
          </p:cNvPicPr>
          <p:nvPr/>
        </p:nvPicPr>
        <p:blipFill>
          <a:blip r:embed="rId3"/>
          <a:srcRect/>
          <a:stretch/>
        </p:blipFill>
        <p:spPr>
          <a:xfrm>
            <a:off x="6087512" y="1231862"/>
            <a:ext cx="144000" cy="116705"/>
          </a:xfrm>
          <a:prstGeom prst="rect">
            <a:avLst/>
          </a:prstGeom>
        </p:spPr>
      </p:pic>
      <p:pic>
        <p:nvPicPr>
          <p:cNvPr id="16" name="Manufacturing Pin">
            <a:extLst>
              <a:ext uri="{FF2B5EF4-FFF2-40B4-BE49-F238E27FC236}">
                <a16:creationId xmlns:a16="http://schemas.microsoft.com/office/drawing/2014/main" id="{61E72970-26A2-137C-5EB2-45732FFCECA5}"/>
              </a:ext>
            </a:extLst>
          </p:cNvPr>
          <p:cNvPicPr>
            <a:picLocks noChangeAspect="1"/>
          </p:cNvPicPr>
          <p:nvPr/>
        </p:nvPicPr>
        <p:blipFill>
          <a:blip r:embed="rId3"/>
          <a:srcRect/>
          <a:stretch/>
        </p:blipFill>
        <p:spPr>
          <a:xfrm>
            <a:off x="6121198" y="913609"/>
            <a:ext cx="144000" cy="116705"/>
          </a:xfrm>
          <a:prstGeom prst="rect">
            <a:avLst/>
          </a:prstGeom>
        </p:spPr>
      </p:pic>
      <p:pic>
        <p:nvPicPr>
          <p:cNvPr id="17" name="Manufacturing Pin">
            <a:extLst>
              <a:ext uri="{FF2B5EF4-FFF2-40B4-BE49-F238E27FC236}">
                <a16:creationId xmlns:a16="http://schemas.microsoft.com/office/drawing/2014/main" id="{C01D085A-ED0C-D36B-19FF-0CF832031636}"/>
              </a:ext>
            </a:extLst>
          </p:cNvPr>
          <p:cNvPicPr>
            <a:picLocks noChangeAspect="1"/>
          </p:cNvPicPr>
          <p:nvPr/>
        </p:nvPicPr>
        <p:blipFill>
          <a:blip r:embed="rId3"/>
          <a:srcRect/>
          <a:stretch/>
        </p:blipFill>
        <p:spPr>
          <a:xfrm>
            <a:off x="6228602" y="818615"/>
            <a:ext cx="177679" cy="144000"/>
          </a:xfrm>
          <a:prstGeom prst="rect">
            <a:avLst/>
          </a:prstGeom>
        </p:spPr>
      </p:pic>
      <p:pic>
        <p:nvPicPr>
          <p:cNvPr id="18" name="Manufacturing Pin">
            <a:extLst>
              <a:ext uri="{FF2B5EF4-FFF2-40B4-BE49-F238E27FC236}">
                <a16:creationId xmlns:a16="http://schemas.microsoft.com/office/drawing/2014/main" id="{ACBDC261-9106-C62E-5A21-73055DA4704C}"/>
              </a:ext>
            </a:extLst>
          </p:cNvPr>
          <p:cNvPicPr>
            <a:picLocks noChangeAspect="1"/>
          </p:cNvPicPr>
          <p:nvPr/>
        </p:nvPicPr>
        <p:blipFill>
          <a:blip r:embed="rId3"/>
          <a:srcRect/>
          <a:stretch/>
        </p:blipFill>
        <p:spPr>
          <a:xfrm>
            <a:off x="5626095" y="1129231"/>
            <a:ext cx="177679" cy="144000"/>
          </a:xfrm>
          <a:prstGeom prst="rect">
            <a:avLst/>
          </a:prstGeom>
        </p:spPr>
      </p:pic>
      <p:pic>
        <p:nvPicPr>
          <p:cNvPr id="19" name="Manufacturing Pin">
            <a:extLst>
              <a:ext uri="{FF2B5EF4-FFF2-40B4-BE49-F238E27FC236}">
                <a16:creationId xmlns:a16="http://schemas.microsoft.com/office/drawing/2014/main" id="{83FFAF8E-7090-A6E0-C483-D0D107C8FCCB}"/>
              </a:ext>
            </a:extLst>
          </p:cNvPr>
          <p:cNvPicPr>
            <a:picLocks noChangeAspect="1"/>
          </p:cNvPicPr>
          <p:nvPr/>
        </p:nvPicPr>
        <p:blipFill>
          <a:blip r:embed="rId3"/>
          <a:srcRect/>
          <a:stretch/>
        </p:blipFill>
        <p:spPr>
          <a:xfrm>
            <a:off x="5879011" y="1403981"/>
            <a:ext cx="144000" cy="116705"/>
          </a:xfrm>
          <a:prstGeom prst="rect">
            <a:avLst/>
          </a:prstGeom>
        </p:spPr>
      </p:pic>
      <p:pic>
        <p:nvPicPr>
          <p:cNvPr id="20" name="Manufacturing Pin">
            <a:extLst>
              <a:ext uri="{FF2B5EF4-FFF2-40B4-BE49-F238E27FC236}">
                <a16:creationId xmlns:a16="http://schemas.microsoft.com/office/drawing/2014/main" id="{67F4B0E7-34D0-920B-14AB-0743A495C28A}"/>
              </a:ext>
            </a:extLst>
          </p:cNvPr>
          <p:cNvPicPr>
            <a:picLocks noChangeAspect="1"/>
          </p:cNvPicPr>
          <p:nvPr/>
        </p:nvPicPr>
        <p:blipFill>
          <a:blip r:embed="rId3"/>
          <a:srcRect/>
          <a:stretch/>
        </p:blipFill>
        <p:spPr>
          <a:xfrm>
            <a:off x="6013300" y="1348567"/>
            <a:ext cx="144000" cy="116705"/>
          </a:xfrm>
          <a:prstGeom prst="rect">
            <a:avLst/>
          </a:prstGeom>
        </p:spPr>
      </p:pic>
      <p:pic>
        <p:nvPicPr>
          <p:cNvPr id="24" name="Manufacturing Pin">
            <a:extLst>
              <a:ext uri="{FF2B5EF4-FFF2-40B4-BE49-F238E27FC236}">
                <a16:creationId xmlns:a16="http://schemas.microsoft.com/office/drawing/2014/main" id="{9F5ED959-E370-25A7-9082-D22A61B049FC}"/>
              </a:ext>
            </a:extLst>
          </p:cNvPr>
          <p:cNvPicPr>
            <a:picLocks noChangeAspect="1"/>
          </p:cNvPicPr>
          <p:nvPr/>
        </p:nvPicPr>
        <p:blipFill>
          <a:blip r:embed="rId3"/>
          <a:srcRect/>
          <a:stretch/>
        </p:blipFill>
        <p:spPr>
          <a:xfrm>
            <a:off x="5971216" y="1248245"/>
            <a:ext cx="144000" cy="116705"/>
          </a:xfrm>
          <a:prstGeom prst="rect">
            <a:avLst/>
          </a:prstGeom>
        </p:spPr>
      </p:pic>
      <p:pic>
        <p:nvPicPr>
          <p:cNvPr id="26" name="Manufacturing Pin">
            <a:extLst>
              <a:ext uri="{FF2B5EF4-FFF2-40B4-BE49-F238E27FC236}">
                <a16:creationId xmlns:a16="http://schemas.microsoft.com/office/drawing/2014/main" id="{940B0F65-24E2-96D3-4170-109B0CBF1BA7}"/>
              </a:ext>
            </a:extLst>
          </p:cNvPr>
          <p:cNvPicPr>
            <a:picLocks noChangeAspect="1"/>
          </p:cNvPicPr>
          <p:nvPr/>
        </p:nvPicPr>
        <p:blipFill>
          <a:blip r:embed="rId3"/>
          <a:srcRect/>
          <a:stretch/>
        </p:blipFill>
        <p:spPr>
          <a:xfrm>
            <a:off x="6378377" y="3335846"/>
            <a:ext cx="144000" cy="116705"/>
          </a:xfrm>
          <a:prstGeom prst="rect">
            <a:avLst/>
          </a:prstGeom>
        </p:spPr>
      </p:pic>
      <p:pic>
        <p:nvPicPr>
          <p:cNvPr id="27" name="Manufacturing Pin">
            <a:extLst>
              <a:ext uri="{FF2B5EF4-FFF2-40B4-BE49-F238E27FC236}">
                <a16:creationId xmlns:a16="http://schemas.microsoft.com/office/drawing/2014/main" id="{E23F1760-97C8-8349-1CD3-F5523148EC93}"/>
              </a:ext>
            </a:extLst>
          </p:cNvPr>
          <p:cNvPicPr>
            <a:picLocks noChangeAspect="1"/>
          </p:cNvPicPr>
          <p:nvPr/>
        </p:nvPicPr>
        <p:blipFill>
          <a:blip r:embed="rId3"/>
          <a:srcRect/>
          <a:stretch/>
        </p:blipFill>
        <p:spPr>
          <a:xfrm>
            <a:off x="6394236" y="3335846"/>
            <a:ext cx="144000" cy="116705"/>
          </a:xfrm>
          <a:prstGeom prst="rect">
            <a:avLst/>
          </a:prstGeom>
        </p:spPr>
      </p:pic>
      <p:pic>
        <p:nvPicPr>
          <p:cNvPr id="28" name="Manufacturing Pin">
            <a:extLst>
              <a:ext uri="{FF2B5EF4-FFF2-40B4-BE49-F238E27FC236}">
                <a16:creationId xmlns:a16="http://schemas.microsoft.com/office/drawing/2014/main" id="{DA4EDB97-3EC2-87FE-AA68-3F094A54679F}"/>
              </a:ext>
            </a:extLst>
          </p:cNvPr>
          <p:cNvPicPr>
            <a:picLocks noChangeAspect="1"/>
          </p:cNvPicPr>
          <p:nvPr/>
        </p:nvPicPr>
        <p:blipFill>
          <a:blip r:embed="rId3"/>
          <a:srcRect/>
          <a:stretch/>
        </p:blipFill>
        <p:spPr>
          <a:xfrm>
            <a:off x="3852106" y="3461877"/>
            <a:ext cx="144000" cy="116705"/>
          </a:xfrm>
          <a:prstGeom prst="rect">
            <a:avLst/>
          </a:prstGeom>
        </p:spPr>
      </p:pic>
      <p:pic>
        <p:nvPicPr>
          <p:cNvPr id="29" name="Manufacturing Pin">
            <a:extLst>
              <a:ext uri="{FF2B5EF4-FFF2-40B4-BE49-F238E27FC236}">
                <a16:creationId xmlns:a16="http://schemas.microsoft.com/office/drawing/2014/main" id="{E7427309-9EB1-8FA3-5388-C96E2ADBD1B8}"/>
              </a:ext>
            </a:extLst>
          </p:cNvPr>
          <p:cNvPicPr>
            <a:picLocks noChangeAspect="1"/>
          </p:cNvPicPr>
          <p:nvPr/>
        </p:nvPicPr>
        <p:blipFill>
          <a:blip r:embed="rId3"/>
          <a:srcRect/>
          <a:stretch/>
        </p:blipFill>
        <p:spPr>
          <a:xfrm>
            <a:off x="4107387" y="3426001"/>
            <a:ext cx="144000" cy="116705"/>
          </a:xfrm>
          <a:prstGeom prst="rect">
            <a:avLst/>
          </a:prstGeom>
        </p:spPr>
      </p:pic>
      <p:pic>
        <p:nvPicPr>
          <p:cNvPr id="30" name="Manufacturing Pin">
            <a:extLst>
              <a:ext uri="{FF2B5EF4-FFF2-40B4-BE49-F238E27FC236}">
                <a16:creationId xmlns:a16="http://schemas.microsoft.com/office/drawing/2014/main" id="{D8CF73D6-C80E-1933-213B-B20B4EB6252B}"/>
              </a:ext>
            </a:extLst>
          </p:cNvPr>
          <p:cNvPicPr>
            <a:picLocks noChangeAspect="1"/>
          </p:cNvPicPr>
          <p:nvPr/>
        </p:nvPicPr>
        <p:blipFill>
          <a:blip r:embed="rId3"/>
          <a:srcRect/>
          <a:stretch/>
        </p:blipFill>
        <p:spPr>
          <a:xfrm>
            <a:off x="4221893" y="3312887"/>
            <a:ext cx="144000" cy="116705"/>
          </a:xfrm>
          <a:prstGeom prst="rect">
            <a:avLst/>
          </a:prstGeom>
        </p:spPr>
      </p:pic>
      <p:pic>
        <p:nvPicPr>
          <p:cNvPr id="31" name="Manufacturing Pin">
            <a:extLst>
              <a:ext uri="{FF2B5EF4-FFF2-40B4-BE49-F238E27FC236}">
                <a16:creationId xmlns:a16="http://schemas.microsoft.com/office/drawing/2014/main" id="{2D99A4F9-1E15-3A11-D115-22C40AA2DB0A}"/>
              </a:ext>
            </a:extLst>
          </p:cNvPr>
          <p:cNvPicPr>
            <a:picLocks noChangeAspect="1"/>
          </p:cNvPicPr>
          <p:nvPr/>
        </p:nvPicPr>
        <p:blipFill>
          <a:blip r:embed="rId3"/>
          <a:srcRect/>
          <a:stretch/>
        </p:blipFill>
        <p:spPr>
          <a:xfrm>
            <a:off x="4330933" y="3402225"/>
            <a:ext cx="144000" cy="116705"/>
          </a:xfrm>
          <a:prstGeom prst="rect">
            <a:avLst/>
          </a:prstGeom>
        </p:spPr>
      </p:pic>
      <p:pic>
        <p:nvPicPr>
          <p:cNvPr id="32" name="Manufacturing Pin">
            <a:extLst>
              <a:ext uri="{FF2B5EF4-FFF2-40B4-BE49-F238E27FC236}">
                <a16:creationId xmlns:a16="http://schemas.microsoft.com/office/drawing/2014/main" id="{6F5A62CA-64C4-0D0D-4F11-B17A02E8BD0C}"/>
              </a:ext>
            </a:extLst>
          </p:cNvPr>
          <p:cNvPicPr>
            <a:picLocks noChangeAspect="1"/>
          </p:cNvPicPr>
          <p:nvPr/>
        </p:nvPicPr>
        <p:blipFill>
          <a:blip r:embed="rId3"/>
          <a:srcRect/>
          <a:stretch/>
        </p:blipFill>
        <p:spPr>
          <a:xfrm>
            <a:off x="4344079" y="3412852"/>
            <a:ext cx="144000" cy="116705"/>
          </a:xfrm>
          <a:prstGeom prst="rect">
            <a:avLst/>
          </a:prstGeom>
        </p:spPr>
      </p:pic>
      <p:pic>
        <p:nvPicPr>
          <p:cNvPr id="34" name="Manufacturing Pin">
            <a:extLst>
              <a:ext uri="{FF2B5EF4-FFF2-40B4-BE49-F238E27FC236}">
                <a16:creationId xmlns:a16="http://schemas.microsoft.com/office/drawing/2014/main" id="{4516A657-D7C0-5152-A4CB-3910F2A16D99}"/>
              </a:ext>
            </a:extLst>
          </p:cNvPr>
          <p:cNvPicPr>
            <a:picLocks noChangeAspect="1"/>
          </p:cNvPicPr>
          <p:nvPr/>
        </p:nvPicPr>
        <p:blipFill>
          <a:blip r:embed="rId3"/>
          <a:srcRect/>
          <a:stretch/>
        </p:blipFill>
        <p:spPr>
          <a:xfrm>
            <a:off x="4300389" y="3402225"/>
            <a:ext cx="144000" cy="116705"/>
          </a:xfrm>
          <a:prstGeom prst="rect">
            <a:avLst/>
          </a:prstGeom>
        </p:spPr>
      </p:pic>
      <p:pic>
        <p:nvPicPr>
          <p:cNvPr id="35" name="Manufacturing Pin">
            <a:extLst>
              <a:ext uri="{FF2B5EF4-FFF2-40B4-BE49-F238E27FC236}">
                <a16:creationId xmlns:a16="http://schemas.microsoft.com/office/drawing/2014/main" id="{D7D5D086-3831-BACE-D74A-6A6DF73BB152}"/>
              </a:ext>
            </a:extLst>
          </p:cNvPr>
          <p:cNvPicPr>
            <a:picLocks noChangeAspect="1"/>
          </p:cNvPicPr>
          <p:nvPr/>
        </p:nvPicPr>
        <p:blipFill>
          <a:blip r:embed="rId3"/>
          <a:srcRect/>
          <a:stretch/>
        </p:blipFill>
        <p:spPr>
          <a:xfrm>
            <a:off x="3589816" y="1955161"/>
            <a:ext cx="144000" cy="116705"/>
          </a:xfrm>
          <a:prstGeom prst="rect">
            <a:avLst/>
          </a:prstGeom>
        </p:spPr>
      </p:pic>
      <p:pic>
        <p:nvPicPr>
          <p:cNvPr id="36" name="Manufacturing Pin">
            <a:extLst>
              <a:ext uri="{FF2B5EF4-FFF2-40B4-BE49-F238E27FC236}">
                <a16:creationId xmlns:a16="http://schemas.microsoft.com/office/drawing/2014/main" id="{2612FE39-BB8B-0996-801E-B98738D6AFED}"/>
              </a:ext>
            </a:extLst>
          </p:cNvPr>
          <p:cNvPicPr>
            <a:picLocks noChangeAspect="1"/>
          </p:cNvPicPr>
          <p:nvPr/>
        </p:nvPicPr>
        <p:blipFill>
          <a:blip r:embed="rId3"/>
          <a:srcRect/>
          <a:stretch/>
        </p:blipFill>
        <p:spPr>
          <a:xfrm>
            <a:off x="3189104" y="1751585"/>
            <a:ext cx="144000" cy="116705"/>
          </a:xfrm>
          <a:prstGeom prst="rect">
            <a:avLst/>
          </a:prstGeom>
        </p:spPr>
      </p:pic>
      <p:pic>
        <p:nvPicPr>
          <p:cNvPr id="37" name="Manufacturing Pin">
            <a:extLst>
              <a:ext uri="{FF2B5EF4-FFF2-40B4-BE49-F238E27FC236}">
                <a16:creationId xmlns:a16="http://schemas.microsoft.com/office/drawing/2014/main" id="{EECFC74B-A18C-9433-4706-776E99C2A021}"/>
              </a:ext>
            </a:extLst>
          </p:cNvPr>
          <p:cNvPicPr>
            <a:picLocks noChangeAspect="1"/>
          </p:cNvPicPr>
          <p:nvPr/>
        </p:nvPicPr>
        <p:blipFill>
          <a:blip r:embed="rId3"/>
          <a:srcRect/>
          <a:stretch/>
        </p:blipFill>
        <p:spPr>
          <a:xfrm>
            <a:off x="3159735" y="1831491"/>
            <a:ext cx="144000" cy="116705"/>
          </a:xfrm>
          <a:prstGeom prst="rect">
            <a:avLst/>
          </a:prstGeom>
        </p:spPr>
      </p:pic>
      <p:pic>
        <p:nvPicPr>
          <p:cNvPr id="39" name="Manufacturing Pin">
            <a:extLst>
              <a:ext uri="{FF2B5EF4-FFF2-40B4-BE49-F238E27FC236}">
                <a16:creationId xmlns:a16="http://schemas.microsoft.com/office/drawing/2014/main" id="{55B118C4-333F-58C4-0755-6074D9417760}"/>
              </a:ext>
            </a:extLst>
          </p:cNvPr>
          <p:cNvPicPr>
            <a:picLocks noChangeAspect="1"/>
          </p:cNvPicPr>
          <p:nvPr/>
        </p:nvPicPr>
        <p:blipFill>
          <a:blip r:embed="rId3"/>
          <a:srcRect/>
          <a:stretch/>
        </p:blipFill>
        <p:spPr>
          <a:xfrm>
            <a:off x="2529874" y="1582941"/>
            <a:ext cx="150538" cy="122004"/>
          </a:xfrm>
          <a:prstGeom prst="rect">
            <a:avLst/>
          </a:prstGeom>
        </p:spPr>
      </p:pic>
      <p:pic>
        <p:nvPicPr>
          <p:cNvPr id="40" name="Manufacturing Pin">
            <a:extLst>
              <a:ext uri="{FF2B5EF4-FFF2-40B4-BE49-F238E27FC236}">
                <a16:creationId xmlns:a16="http://schemas.microsoft.com/office/drawing/2014/main" id="{872E29A5-3E7C-E0BB-1B00-DDF2801D5EEA}"/>
              </a:ext>
            </a:extLst>
          </p:cNvPr>
          <p:cNvPicPr>
            <a:picLocks noChangeAspect="1"/>
          </p:cNvPicPr>
          <p:nvPr/>
        </p:nvPicPr>
        <p:blipFill>
          <a:blip r:embed="rId3"/>
          <a:srcRect/>
          <a:stretch/>
        </p:blipFill>
        <p:spPr>
          <a:xfrm>
            <a:off x="2503277" y="1236234"/>
            <a:ext cx="144000" cy="116705"/>
          </a:xfrm>
          <a:prstGeom prst="rect">
            <a:avLst/>
          </a:prstGeom>
        </p:spPr>
      </p:pic>
      <p:pic>
        <p:nvPicPr>
          <p:cNvPr id="41" name="Manufacturing Pin">
            <a:extLst>
              <a:ext uri="{FF2B5EF4-FFF2-40B4-BE49-F238E27FC236}">
                <a16:creationId xmlns:a16="http://schemas.microsoft.com/office/drawing/2014/main" id="{7BF73E7B-863A-4491-CF77-9800838DB41E}"/>
              </a:ext>
            </a:extLst>
          </p:cNvPr>
          <p:cNvPicPr>
            <a:picLocks noChangeAspect="1"/>
          </p:cNvPicPr>
          <p:nvPr/>
        </p:nvPicPr>
        <p:blipFill>
          <a:blip r:embed="rId3"/>
          <a:srcRect/>
          <a:stretch/>
        </p:blipFill>
        <p:spPr>
          <a:xfrm>
            <a:off x="2534414" y="1366901"/>
            <a:ext cx="144000" cy="116705"/>
          </a:xfrm>
          <a:prstGeom prst="rect">
            <a:avLst/>
          </a:prstGeom>
        </p:spPr>
      </p:pic>
      <p:pic>
        <p:nvPicPr>
          <p:cNvPr id="42" name="Manufacturing Pin">
            <a:extLst>
              <a:ext uri="{FF2B5EF4-FFF2-40B4-BE49-F238E27FC236}">
                <a16:creationId xmlns:a16="http://schemas.microsoft.com/office/drawing/2014/main" id="{C35A29A2-C388-620A-084D-CABD876BEE9C}"/>
              </a:ext>
            </a:extLst>
          </p:cNvPr>
          <p:cNvPicPr>
            <a:picLocks noChangeAspect="1"/>
          </p:cNvPicPr>
          <p:nvPr/>
        </p:nvPicPr>
        <p:blipFill>
          <a:blip r:embed="rId3"/>
          <a:srcRect/>
          <a:stretch/>
        </p:blipFill>
        <p:spPr>
          <a:xfrm>
            <a:off x="2524029" y="1586825"/>
            <a:ext cx="150001" cy="121569"/>
          </a:xfrm>
          <a:prstGeom prst="rect">
            <a:avLst/>
          </a:prstGeom>
        </p:spPr>
      </p:pic>
      <p:pic>
        <p:nvPicPr>
          <p:cNvPr id="43" name="Manufacturing Pin">
            <a:extLst>
              <a:ext uri="{FF2B5EF4-FFF2-40B4-BE49-F238E27FC236}">
                <a16:creationId xmlns:a16="http://schemas.microsoft.com/office/drawing/2014/main" id="{7BF928B9-5BC4-FDBC-13A1-87BA51D25FA8}"/>
              </a:ext>
            </a:extLst>
          </p:cNvPr>
          <p:cNvPicPr>
            <a:picLocks noChangeAspect="1"/>
          </p:cNvPicPr>
          <p:nvPr/>
        </p:nvPicPr>
        <p:blipFill>
          <a:blip r:embed="rId3"/>
          <a:srcRect/>
          <a:stretch/>
        </p:blipFill>
        <p:spPr>
          <a:xfrm>
            <a:off x="2626280" y="1550952"/>
            <a:ext cx="144000" cy="116705"/>
          </a:xfrm>
          <a:prstGeom prst="rect">
            <a:avLst/>
          </a:prstGeom>
        </p:spPr>
      </p:pic>
      <p:pic>
        <p:nvPicPr>
          <p:cNvPr id="44" name="Manufacturing Pin">
            <a:extLst>
              <a:ext uri="{FF2B5EF4-FFF2-40B4-BE49-F238E27FC236}">
                <a16:creationId xmlns:a16="http://schemas.microsoft.com/office/drawing/2014/main" id="{3390EE6B-1D52-7E84-D960-78DACF44348F}"/>
              </a:ext>
            </a:extLst>
          </p:cNvPr>
          <p:cNvPicPr>
            <a:picLocks noChangeAspect="1"/>
          </p:cNvPicPr>
          <p:nvPr/>
        </p:nvPicPr>
        <p:blipFill>
          <a:blip r:embed="rId3"/>
          <a:srcRect/>
          <a:stretch/>
        </p:blipFill>
        <p:spPr>
          <a:xfrm>
            <a:off x="3031889" y="1202810"/>
            <a:ext cx="144000" cy="116705"/>
          </a:xfrm>
          <a:prstGeom prst="rect">
            <a:avLst/>
          </a:prstGeom>
        </p:spPr>
      </p:pic>
      <p:pic>
        <p:nvPicPr>
          <p:cNvPr id="45" name="Manufacturing Pin">
            <a:extLst>
              <a:ext uri="{FF2B5EF4-FFF2-40B4-BE49-F238E27FC236}">
                <a16:creationId xmlns:a16="http://schemas.microsoft.com/office/drawing/2014/main" id="{C0EEAF28-8B51-4B10-5424-7DF736CEDD56}"/>
              </a:ext>
            </a:extLst>
          </p:cNvPr>
          <p:cNvPicPr>
            <a:picLocks noChangeAspect="1"/>
          </p:cNvPicPr>
          <p:nvPr/>
        </p:nvPicPr>
        <p:blipFill>
          <a:blip r:embed="rId3"/>
          <a:srcRect/>
          <a:stretch/>
        </p:blipFill>
        <p:spPr>
          <a:xfrm>
            <a:off x="3624382" y="1461188"/>
            <a:ext cx="144000" cy="116705"/>
          </a:xfrm>
          <a:prstGeom prst="rect">
            <a:avLst/>
          </a:prstGeom>
        </p:spPr>
      </p:pic>
      <p:pic>
        <p:nvPicPr>
          <p:cNvPr id="46" name="Manufacturing Pin">
            <a:extLst>
              <a:ext uri="{FF2B5EF4-FFF2-40B4-BE49-F238E27FC236}">
                <a16:creationId xmlns:a16="http://schemas.microsoft.com/office/drawing/2014/main" id="{013B2528-8305-D335-10B3-44A39A5073BF}"/>
              </a:ext>
            </a:extLst>
          </p:cNvPr>
          <p:cNvPicPr>
            <a:picLocks noChangeAspect="1"/>
          </p:cNvPicPr>
          <p:nvPr/>
        </p:nvPicPr>
        <p:blipFill>
          <a:blip r:embed="rId3"/>
          <a:srcRect/>
          <a:stretch/>
        </p:blipFill>
        <p:spPr>
          <a:xfrm>
            <a:off x="3615855" y="1458554"/>
            <a:ext cx="144000" cy="116705"/>
          </a:xfrm>
          <a:prstGeom prst="rect">
            <a:avLst/>
          </a:prstGeom>
        </p:spPr>
      </p:pic>
      <p:pic>
        <p:nvPicPr>
          <p:cNvPr id="47" name="Manufacturing Pin">
            <a:extLst>
              <a:ext uri="{FF2B5EF4-FFF2-40B4-BE49-F238E27FC236}">
                <a16:creationId xmlns:a16="http://schemas.microsoft.com/office/drawing/2014/main" id="{31D95090-0BD7-E8C0-5A6F-5EE9CC2ABB35}"/>
              </a:ext>
            </a:extLst>
          </p:cNvPr>
          <p:cNvPicPr>
            <a:picLocks noChangeAspect="1"/>
          </p:cNvPicPr>
          <p:nvPr/>
        </p:nvPicPr>
        <p:blipFill>
          <a:blip r:embed="rId3"/>
          <a:srcRect/>
          <a:stretch/>
        </p:blipFill>
        <p:spPr>
          <a:xfrm>
            <a:off x="2977359" y="1575341"/>
            <a:ext cx="144000" cy="116705"/>
          </a:xfrm>
          <a:prstGeom prst="rect">
            <a:avLst/>
          </a:prstGeom>
        </p:spPr>
      </p:pic>
      <p:pic>
        <p:nvPicPr>
          <p:cNvPr id="48" name="Manufacturing Pin">
            <a:extLst>
              <a:ext uri="{FF2B5EF4-FFF2-40B4-BE49-F238E27FC236}">
                <a16:creationId xmlns:a16="http://schemas.microsoft.com/office/drawing/2014/main" id="{C2F6B97B-40DC-01F3-DC45-33A253248335}"/>
              </a:ext>
            </a:extLst>
          </p:cNvPr>
          <p:cNvPicPr>
            <a:picLocks noChangeAspect="1"/>
          </p:cNvPicPr>
          <p:nvPr/>
        </p:nvPicPr>
        <p:blipFill>
          <a:blip r:embed="rId3"/>
          <a:srcRect/>
          <a:stretch/>
        </p:blipFill>
        <p:spPr>
          <a:xfrm>
            <a:off x="3174632" y="1280735"/>
            <a:ext cx="144000" cy="116705"/>
          </a:xfrm>
          <a:prstGeom prst="rect">
            <a:avLst/>
          </a:prstGeom>
        </p:spPr>
      </p:pic>
      <p:pic>
        <p:nvPicPr>
          <p:cNvPr id="49" name="Manufacturing Pin">
            <a:extLst>
              <a:ext uri="{FF2B5EF4-FFF2-40B4-BE49-F238E27FC236}">
                <a16:creationId xmlns:a16="http://schemas.microsoft.com/office/drawing/2014/main" id="{52FBCB2A-866B-40B4-43B9-6F43EE59A00D}"/>
              </a:ext>
            </a:extLst>
          </p:cNvPr>
          <p:cNvPicPr>
            <a:picLocks noChangeAspect="1"/>
          </p:cNvPicPr>
          <p:nvPr/>
        </p:nvPicPr>
        <p:blipFill>
          <a:blip r:embed="rId3"/>
          <a:srcRect/>
          <a:stretch/>
        </p:blipFill>
        <p:spPr>
          <a:xfrm>
            <a:off x="3353348" y="1568459"/>
            <a:ext cx="144000" cy="116705"/>
          </a:xfrm>
          <a:prstGeom prst="rect">
            <a:avLst/>
          </a:prstGeom>
        </p:spPr>
      </p:pic>
      <p:pic>
        <p:nvPicPr>
          <p:cNvPr id="50" name="Manufacturing Pin">
            <a:extLst>
              <a:ext uri="{FF2B5EF4-FFF2-40B4-BE49-F238E27FC236}">
                <a16:creationId xmlns:a16="http://schemas.microsoft.com/office/drawing/2014/main" id="{387BB8A2-18C8-0318-7D72-3E6A9506E06A}"/>
              </a:ext>
            </a:extLst>
          </p:cNvPr>
          <p:cNvPicPr>
            <a:picLocks noChangeAspect="1"/>
          </p:cNvPicPr>
          <p:nvPr/>
        </p:nvPicPr>
        <p:blipFill>
          <a:blip r:embed="rId3"/>
          <a:srcRect/>
          <a:stretch/>
        </p:blipFill>
        <p:spPr>
          <a:xfrm>
            <a:off x="3387574" y="1569719"/>
            <a:ext cx="144000" cy="116705"/>
          </a:xfrm>
          <a:prstGeom prst="rect">
            <a:avLst/>
          </a:prstGeom>
        </p:spPr>
      </p:pic>
      <p:pic>
        <p:nvPicPr>
          <p:cNvPr id="51" name="Manufacturing Pin">
            <a:extLst>
              <a:ext uri="{FF2B5EF4-FFF2-40B4-BE49-F238E27FC236}">
                <a16:creationId xmlns:a16="http://schemas.microsoft.com/office/drawing/2014/main" id="{D0A33940-FEDF-8EFB-E676-78DB96F02A6E}"/>
              </a:ext>
            </a:extLst>
          </p:cNvPr>
          <p:cNvPicPr>
            <a:picLocks noChangeAspect="1"/>
          </p:cNvPicPr>
          <p:nvPr/>
        </p:nvPicPr>
        <p:blipFill>
          <a:blip r:embed="rId3"/>
          <a:srcRect/>
          <a:stretch/>
        </p:blipFill>
        <p:spPr>
          <a:xfrm>
            <a:off x="3636295" y="1672872"/>
            <a:ext cx="144000" cy="116705"/>
          </a:xfrm>
          <a:prstGeom prst="rect">
            <a:avLst/>
          </a:prstGeom>
        </p:spPr>
      </p:pic>
      <p:pic>
        <p:nvPicPr>
          <p:cNvPr id="52" name="Manufacturing Pin">
            <a:extLst>
              <a:ext uri="{FF2B5EF4-FFF2-40B4-BE49-F238E27FC236}">
                <a16:creationId xmlns:a16="http://schemas.microsoft.com/office/drawing/2014/main" id="{1728370D-C14A-2889-FD4D-59EA9190C772}"/>
              </a:ext>
            </a:extLst>
          </p:cNvPr>
          <p:cNvPicPr>
            <a:picLocks noChangeAspect="1"/>
          </p:cNvPicPr>
          <p:nvPr/>
        </p:nvPicPr>
        <p:blipFill>
          <a:blip r:embed="rId3"/>
          <a:srcRect/>
          <a:stretch/>
        </p:blipFill>
        <p:spPr>
          <a:xfrm>
            <a:off x="3602157" y="1662313"/>
            <a:ext cx="144000" cy="116705"/>
          </a:xfrm>
          <a:prstGeom prst="rect">
            <a:avLst/>
          </a:prstGeom>
        </p:spPr>
      </p:pic>
      <p:pic>
        <p:nvPicPr>
          <p:cNvPr id="53" name="Manufacturing Pin">
            <a:extLst>
              <a:ext uri="{FF2B5EF4-FFF2-40B4-BE49-F238E27FC236}">
                <a16:creationId xmlns:a16="http://schemas.microsoft.com/office/drawing/2014/main" id="{89D44758-7035-4DAC-8523-D5300151AAFE}"/>
              </a:ext>
            </a:extLst>
          </p:cNvPr>
          <p:cNvPicPr>
            <a:picLocks noChangeAspect="1"/>
          </p:cNvPicPr>
          <p:nvPr/>
        </p:nvPicPr>
        <p:blipFill>
          <a:blip r:embed="rId3"/>
          <a:srcRect/>
          <a:stretch/>
        </p:blipFill>
        <p:spPr>
          <a:xfrm>
            <a:off x="3687638" y="1621396"/>
            <a:ext cx="144000" cy="116705"/>
          </a:xfrm>
          <a:prstGeom prst="rect">
            <a:avLst/>
          </a:prstGeom>
        </p:spPr>
      </p:pic>
      <p:pic>
        <p:nvPicPr>
          <p:cNvPr id="2" name="Manufacturing Pin">
            <a:extLst>
              <a:ext uri="{FF2B5EF4-FFF2-40B4-BE49-F238E27FC236}">
                <a16:creationId xmlns:a16="http://schemas.microsoft.com/office/drawing/2014/main" id="{D4C9F0F4-C3D1-F0F3-1DD5-0FD031BA9361}"/>
              </a:ext>
            </a:extLst>
          </p:cNvPr>
          <p:cNvPicPr>
            <a:picLocks noChangeAspect="1"/>
          </p:cNvPicPr>
          <p:nvPr/>
        </p:nvPicPr>
        <p:blipFill>
          <a:blip r:embed="rId3"/>
          <a:srcRect/>
          <a:stretch/>
        </p:blipFill>
        <p:spPr>
          <a:xfrm>
            <a:off x="5538195" y="1560079"/>
            <a:ext cx="144000" cy="116705"/>
          </a:xfrm>
          <a:prstGeom prst="rect">
            <a:avLst/>
          </a:prstGeom>
        </p:spPr>
      </p:pic>
    </p:spTree>
    <p:extLst>
      <p:ext uri="{BB962C8B-B14F-4D97-AF65-F5344CB8AC3E}">
        <p14:creationId xmlns:p14="http://schemas.microsoft.com/office/powerpoint/2010/main" val="1998939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t="4140" b="21064"/>
          <a:stretch/>
        </p:blipFill>
        <p:spPr>
          <a:xfrm>
            <a:off x="-1" y="0"/>
            <a:ext cx="12188825" cy="6858000"/>
          </a:xfrm>
          <a:prstGeom prst="rect">
            <a:avLst/>
          </a:prstGeom>
        </p:spPr>
      </p:pic>
      <p:sp>
        <p:nvSpPr>
          <p:cNvPr id="10" name="Rectangle 13"/>
          <p:cNvSpPr>
            <a:spLocks noChangeArrowheads="1"/>
          </p:cNvSpPr>
          <p:nvPr/>
        </p:nvSpPr>
        <p:spPr bwMode="auto">
          <a:xfrm>
            <a:off x="137147" y="5320957"/>
            <a:ext cx="5226705" cy="1200329"/>
          </a:xfrm>
          <a:prstGeom prst="rect">
            <a:avLst/>
          </a:prstGeom>
          <a:solidFill>
            <a:srgbClr val="000000">
              <a:alpha val="40000"/>
            </a:srgbClr>
          </a:solidFill>
          <a:ln w="9525">
            <a:noFill/>
            <a:miter lim="800000"/>
            <a:headEnd type="none" w="sm" len="sm"/>
            <a:tailEnd type="none" w="sm" len="sm"/>
          </a:ln>
        </p:spPr>
        <p:txBody>
          <a:bodyPr wrap="square">
            <a:spAutoFit/>
          </a:bodyPr>
          <a:lstStyle/>
          <a:p>
            <a:pPr eaLnBrk="0" fontAlgn="base" hangingPunct="0">
              <a:spcBef>
                <a:spcPct val="0"/>
              </a:spcBef>
              <a:spcAft>
                <a:spcPct val="0"/>
              </a:spcAft>
            </a:pPr>
            <a:r>
              <a:rPr lang="en-US" sz="1600">
                <a:solidFill>
                  <a:srgbClr val="FFFFFF">
                    <a:lumMod val="95000"/>
                  </a:srgbClr>
                </a:solidFill>
              </a:rPr>
              <a:t>Facilities = 335,325 Sq. Ft. existing </a:t>
            </a:r>
            <a:r>
              <a:rPr lang="en-US" sz="1400">
                <a:solidFill>
                  <a:srgbClr val="FFFFFF">
                    <a:lumMod val="95000"/>
                  </a:srgbClr>
                </a:solidFill>
              </a:rPr>
              <a:t>Manufacturing:        278,000 Sq. Ft. </a:t>
            </a:r>
          </a:p>
          <a:p>
            <a:pPr eaLnBrk="0" fontAlgn="base" hangingPunct="0">
              <a:spcBef>
                <a:spcPct val="0"/>
              </a:spcBef>
              <a:spcAft>
                <a:spcPct val="0"/>
              </a:spcAft>
            </a:pPr>
            <a:r>
              <a:rPr lang="en-US" sz="1400">
                <a:solidFill>
                  <a:srgbClr val="FFFFFF">
                    <a:lumMod val="95000"/>
                  </a:srgbClr>
                </a:solidFill>
              </a:rPr>
              <a:t>Office Areas:             36,000 Sq. Ft. </a:t>
            </a:r>
          </a:p>
          <a:p>
            <a:pPr eaLnBrk="0" fontAlgn="base" hangingPunct="0">
              <a:spcBef>
                <a:spcPct val="0"/>
              </a:spcBef>
              <a:spcAft>
                <a:spcPct val="0"/>
              </a:spcAft>
            </a:pPr>
            <a:r>
              <a:rPr lang="en-US" sz="1400">
                <a:solidFill>
                  <a:srgbClr val="FFFFFF">
                    <a:lumMod val="95000"/>
                  </a:srgbClr>
                </a:solidFill>
              </a:rPr>
              <a:t>Engineering Labs:      21,325 Sq. Ft.</a:t>
            </a:r>
          </a:p>
          <a:p>
            <a:pPr eaLnBrk="0" fontAlgn="base" hangingPunct="0">
              <a:spcBef>
                <a:spcPct val="0"/>
              </a:spcBef>
              <a:spcAft>
                <a:spcPct val="0"/>
              </a:spcAft>
            </a:pPr>
            <a:r>
              <a:rPr lang="en-US" sz="1400">
                <a:solidFill>
                  <a:srgbClr val="FFFFFF">
                    <a:lumMod val="95000"/>
                  </a:srgbClr>
                </a:solidFill>
              </a:rPr>
              <a:t>Site:	                 106 acres (mowing: 49 acres)</a:t>
            </a:r>
          </a:p>
        </p:txBody>
      </p:sp>
      <p:sp>
        <p:nvSpPr>
          <p:cNvPr id="11" name="Text Box 8"/>
          <p:cNvSpPr txBox="1">
            <a:spLocks noChangeArrowheads="1"/>
          </p:cNvSpPr>
          <p:nvPr/>
        </p:nvSpPr>
        <p:spPr bwMode="auto">
          <a:xfrm>
            <a:off x="1672536" y="153765"/>
            <a:ext cx="8843749" cy="1169551"/>
          </a:xfrm>
          <a:prstGeom prst="rect">
            <a:avLst/>
          </a:prstGeom>
          <a:noFill/>
          <a:ln w="9525">
            <a:noFill/>
            <a:miter lim="800000"/>
            <a:headEnd/>
            <a:tailEnd/>
          </a:ln>
        </p:spPr>
        <p:txBody>
          <a:bodyPr wrap="square">
            <a:spAutoFit/>
          </a:bodyPr>
          <a:lstStyle/>
          <a:p>
            <a:pPr algn="ctr" eaLnBrk="0" fontAlgn="base" hangingPunct="0">
              <a:spcBef>
                <a:spcPct val="50000"/>
              </a:spcBef>
              <a:spcAft>
                <a:spcPct val="0"/>
              </a:spcAft>
            </a:pPr>
            <a:r>
              <a:rPr lang="en-US" sz="4000">
                <a:solidFill>
                  <a:schemeClr val="bg1"/>
                </a:solidFill>
              </a:rPr>
              <a:t>John Deere Turf Care</a:t>
            </a:r>
          </a:p>
          <a:p>
            <a:pPr algn="ctr" eaLnBrk="0" fontAlgn="base" hangingPunct="0">
              <a:spcBef>
                <a:spcPct val="50000"/>
              </a:spcBef>
              <a:spcAft>
                <a:spcPct val="0"/>
              </a:spcAft>
            </a:pPr>
            <a:r>
              <a:rPr lang="en-US" sz="2000">
                <a:solidFill>
                  <a:schemeClr val="bg1"/>
                </a:solidFill>
              </a:rPr>
              <a:t>Fuquay-Varina, NC</a:t>
            </a:r>
          </a:p>
        </p:txBody>
      </p:sp>
    </p:spTree>
    <p:extLst>
      <p:ext uri="{BB962C8B-B14F-4D97-AF65-F5344CB8AC3E}">
        <p14:creationId xmlns:p14="http://schemas.microsoft.com/office/powerpoint/2010/main" val="120977421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A2F9-03D2-4CA0-83F8-D3FE247CFDEC}"/>
              </a:ext>
            </a:extLst>
          </p:cNvPr>
          <p:cNvSpPr>
            <a:spLocks noGrp="1"/>
          </p:cNvSpPr>
          <p:nvPr>
            <p:ph type="title"/>
          </p:nvPr>
        </p:nvSpPr>
        <p:spPr/>
        <p:txBody>
          <a:bodyPr/>
          <a:lstStyle/>
          <a:p>
            <a:r>
              <a:rPr lang="en-US"/>
              <a:t>John Deere Turf Care</a:t>
            </a:r>
          </a:p>
        </p:txBody>
      </p:sp>
      <p:sp>
        <p:nvSpPr>
          <p:cNvPr id="4" name="Text Placeholder 3">
            <a:extLst>
              <a:ext uri="{FF2B5EF4-FFF2-40B4-BE49-F238E27FC236}">
                <a16:creationId xmlns:a16="http://schemas.microsoft.com/office/drawing/2014/main" id="{E4F2350B-B50A-424E-9DA7-68E4F40E443E}"/>
              </a:ext>
            </a:extLst>
          </p:cNvPr>
          <p:cNvSpPr>
            <a:spLocks noGrp="1"/>
          </p:cNvSpPr>
          <p:nvPr>
            <p:ph type="body" sz="quarter" idx="10"/>
          </p:nvPr>
        </p:nvSpPr>
        <p:spPr/>
        <p:txBody>
          <a:bodyPr/>
          <a:lstStyle/>
          <a:p>
            <a:r>
              <a:rPr lang="en-US"/>
              <a:t>Commercial Mowing</a:t>
            </a:r>
          </a:p>
        </p:txBody>
      </p:sp>
      <p:pic>
        <p:nvPicPr>
          <p:cNvPr id="8" name="Picture 7" descr="A picture containing grass, outdoor, sky, field&#10;&#10;Description automatically generated">
            <a:extLst>
              <a:ext uri="{FF2B5EF4-FFF2-40B4-BE49-F238E27FC236}">
                <a16:creationId xmlns:a16="http://schemas.microsoft.com/office/drawing/2014/main" id="{1B16F0F5-4657-4A21-9B41-45DF68FBBCE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555" r="8803"/>
          <a:stretch/>
        </p:blipFill>
        <p:spPr>
          <a:xfrm>
            <a:off x="4251960" y="1191259"/>
            <a:ext cx="4287299" cy="2834640"/>
          </a:xfrm>
          <a:prstGeom prst="rect">
            <a:avLst/>
          </a:prstGeom>
        </p:spPr>
      </p:pic>
      <p:pic>
        <p:nvPicPr>
          <p:cNvPr id="10" name="Picture 9" descr="A picture containing grass, outdoor, sky, green&#10;&#10;Description automatically generated">
            <a:extLst>
              <a:ext uri="{FF2B5EF4-FFF2-40B4-BE49-F238E27FC236}">
                <a16:creationId xmlns:a16="http://schemas.microsoft.com/office/drawing/2014/main" id="{496C8C05-6672-4534-81F8-EA12B24F7C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08"/>
          <a:stretch/>
        </p:blipFill>
        <p:spPr>
          <a:xfrm>
            <a:off x="8492027" y="1191259"/>
            <a:ext cx="3696798" cy="5669280"/>
          </a:xfrm>
          <a:prstGeom prst="rect">
            <a:avLst/>
          </a:prstGeom>
        </p:spPr>
      </p:pic>
      <p:pic>
        <p:nvPicPr>
          <p:cNvPr id="14" name="Picture 13" descr="A picture containing outdoor, tree, lawn mower, farm machine&#10;&#10;Description automatically generated">
            <a:extLst>
              <a:ext uri="{FF2B5EF4-FFF2-40B4-BE49-F238E27FC236}">
                <a16:creationId xmlns:a16="http://schemas.microsoft.com/office/drawing/2014/main" id="{FC357498-84AD-4D30-AAA2-32A17B56E3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40068" y="4025899"/>
            <a:ext cx="4251960" cy="2834640"/>
          </a:xfrm>
          <a:prstGeom prst="rect">
            <a:avLst/>
          </a:prstGeom>
        </p:spPr>
      </p:pic>
      <p:pic>
        <p:nvPicPr>
          <p:cNvPr id="16" name="Picture 15" descr="A person driving a tractor&#10;&#10;Description automatically generated with medium confidence">
            <a:extLst>
              <a:ext uri="{FF2B5EF4-FFF2-40B4-BE49-F238E27FC236}">
                <a16:creationId xmlns:a16="http://schemas.microsoft.com/office/drawing/2014/main" id="{50F31766-337A-4D4C-8241-B0F5D0E3983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1215065"/>
            <a:ext cx="4251959" cy="2834640"/>
          </a:xfrm>
          <a:prstGeom prst="rect">
            <a:avLst/>
          </a:prstGeom>
        </p:spPr>
      </p:pic>
      <p:pic>
        <p:nvPicPr>
          <p:cNvPr id="12" name="Picture 11" descr="A picture containing grass, outdoor, green, lawn mower&#10;&#10;Description automatically generated">
            <a:extLst>
              <a:ext uri="{FF2B5EF4-FFF2-40B4-BE49-F238E27FC236}">
                <a16:creationId xmlns:a16="http://schemas.microsoft.com/office/drawing/2014/main" id="{746C7E63-9241-42BE-90BF-387D55DF94A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 y="4025899"/>
            <a:ext cx="4251961" cy="2834640"/>
          </a:xfrm>
          <a:prstGeom prst="rect">
            <a:avLst/>
          </a:prstGeom>
        </p:spPr>
      </p:pic>
    </p:spTree>
    <p:extLst>
      <p:ext uri="{BB962C8B-B14F-4D97-AF65-F5344CB8AC3E}">
        <p14:creationId xmlns:p14="http://schemas.microsoft.com/office/powerpoint/2010/main" val="2270993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9AEF1-7AED-48F1-8A4D-F1E80A26ABA0}"/>
              </a:ext>
            </a:extLst>
          </p:cNvPr>
          <p:cNvSpPr>
            <a:spLocks noGrp="1"/>
          </p:cNvSpPr>
          <p:nvPr>
            <p:ph type="title"/>
          </p:nvPr>
        </p:nvSpPr>
        <p:spPr/>
        <p:txBody>
          <a:bodyPr/>
          <a:lstStyle/>
          <a:p>
            <a:r>
              <a:rPr lang="en-US"/>
              <a:t>John Deere Turf Care</a:t>
            </a:r>
          </a:p>
        </p:txBody>
      </p:sp>
      <p:sp>
        <p:nvSpPr>
          <p:cNvPr id="4" name="Text Placeholder 3">
            <a:extLst>
              <a:ext uri="{FF2B5EF4-FFF2-40B4-BE49-F238E27FC236}">
                <a16:creationId xmlns:a16="http://schemas.microsoft.com/office/drawing/2014/main" id="{8C8826CD-37EA-4B0E-8972-EEFFBCE296EB}"/>
              </a:ext>
            </a:extLst>
          </p:cNvPr>
          <p:cNvSpPr>
            <a:spLocks noGrp="1"/>
          </p:cNvSpPr>
          <p:nvPr>
            <p:ph type="body" sz="quarter" idx="10"/>
          </p:nvPr>
        </p:nvSpPr>
        <p:spPr/>
        <p:txBody>
          <a:bodyPr/>
          <a:lstStyle/>
          <a:p>
            <a:r>
              <a:rPr lang="en-US"/>
              <a:t>Golf and Sports Turf Mowing</a:t>
            </a:r>
          </a:p>
        </p:txBody>
      </p:sp>
      <p:pic>
        <p:nvPicPr>
          <p:cNvPr id="6" name="Picture 5">
            <a:extLst>
              <a:ext uri="{FF2B5EF4-FFF2-40B4-BE49-F238E27FC236}">
                <a16:creationId xmlns:a16="http://schemas.microsoft.com/office/drawing/2014/main" id="{FBDAE5C8-CB35-49DC-B1A2-DA8B51D94F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8" y="1188720"/>
            <a:ext cx="4264641" cy="2975776"/>
          </a:xfrm>
          <a:prstGeom prst="rect">
            <a:avLst/>
          </a:prstGeom>
        </p:spPr>
      </p:pic>
      <p:pic>
        <p:nvPicPr>
          <p:cNvPr id="8" name="Picture 7" descr="A person driving a tractor&#10;&#10;Description automatically generated with low confidence">
            <a:extLst>
              <a:ext uri="{FF2B5EF4-FFF2-40B4-BE49-F238E27FC236}">
                <a16:creationId xmlns:a16="http://schemas.microsoft.com/office/drawing/2014/main" id="{5DC8EE4B-E8BB-425B-9F1E-4F8662803C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51960" y="1188720"/>
            <a:ext cx="4251960" cy="2834640"/>
          </a:xfrm>
          <a:prstGeom prst="rect">
            <a:avLst/>
          </a:prstGeom>
        </p:spPr>
      </p:pic>
      <p:pic>
        <p:nvPicPr>
          <p:cNvPr id="10" name="Picture 9" descr="A person riding a tractor&#10;&#10;Description automatically generated with medium confidence">
            <a:extLst>
              <a:ext uri="{FF2B5EF4-FFF2-40B4-BE49-F238E27FC236}">
                <a16:creationId xmlns:a16="http://schemas.microsoft.com/office/drawing/2014/main" id="{C2EAB1AD-43C3-4FAB-A055-EC8F55FD4C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64496" y="4023360"/>
            <a:ext cx="4251960" cy="2834640"/>
          </a:xfrm>
          <a:prstGeom prst="rect">
            <a:avLst/>
          </a:prstGeom>
        </p:spPr>
      </p:pic>
      <p:pic>
        <p:nvPicPr>
          <p:cNvPr id="12" name="Picture 11" descr="A picture containing grass, sky, outdoor, green&#10;&#10;Description automatically generated">
            <a:extLst>
              <a:ext uri="{FF2B5EF4-FFF2-40B4-BE49-F238E27FC236}">
                <a16:creationId xmlns:a16="http://schemas.microsoft.com/office/drawing/2014/main" id="{32780985-E975-4869-BE2E-EC9D3DD3285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4023360"/>
            <a:ext cx="4251960" cy="2834640"/>
          </a:xfrm>
          <a:prstGeom prst="rect">
            <a:avLst/>
          </a:prstGeom>
        </p:spPr>
      </p:pic>
      <p:pic>
        <p:nvPicPr>
          <p:cNvPr id="16" name="Picture 15" descr="A person riding a tractor&#10;&#10;Description automatically generated with low confidence">
            <a:extLst>
              <a:ext uri="{FF2B5EF4-FFF2-40B4-BE49-F238E27FC236}">
                <a16:creationId xmlns:a16="http://schemas.microsoft.com/office/drawing/2014/main" id="{A438F1AD-B19B-4960-AA23-4AF7CF1ECB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09305" y="1188720"/>
            <a:ext cx="3779520" cy="5669280"/>
          </a:xfrm>
          <a:prstGeom prst="rect">
            <a:avLst/>
          </a:prstGeom>
        </p:spPr>
      </p:pic>
    </p:spTree>
    <p:extLst>
      <p:ext uri="{BB962C8B-B14F-4D97-AF65-F5344CB8AC3E}">
        <p14:creationId xmlns:p14="http://schemas.microsoft.com/office/powerpoint/2010/main" val="3067081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83D91-5C70-4C4E-8F0A-9B76E5701AAE}"/>
              </a:ext>
            </a:extLst>
          </p:cNvPr>
          <p:cNvSpPr>
            <a:spLocks noGrp="1"/>
          </p:cNvSpPr>
          <p:nvPr>
            <p:ph type="title"/>
          </p:nvPr>
        </p:nvSpPr>
        <p:spPr/>
        <p:txBody>
          <a:bodyPr/>
          <a:lstStyle/>
          <a:p>
            <a:r>
              <a:rPr lang="en-US">
                <a:latin typeface="Arial"/>
                <a:cs typeface="Arial"/>
              </a:rPr>
              <a:t>Machine Power</a:t>
            </a:r>
            <a:endParaRPr lang="en-US"/>
          </a:p>
        </p:txBody>
      </p:sp>
      <p:sp>
        <p:nvSpPr>
          <p:cNvPr id="3" name="Content Placeholder 2">
            <a:extLst>
              <a:ext uri="{FF2B5EF4-FFF2-40B4-BE49-F238E27FC236}">
                <a16:creationId xmlns:a16="http://schemas.microsoft.com/office/drawing/2014/main" id="{FE344675-137B-4DB5-849F-9A8CB8D98B77}"/>
              </a:ext>
            </a:extLst>
          </p:cNvPr>
          <p:cNvSpPr>
            <a:spLocks noGrp="1"/>
          </p:cNvSpPr>
          <p:nvPr>
            <p:ph idx="1"/>
          </p:nvPr>
        </p:nvSpPr>
        <p:spPr/>
        <p:txBody>
          <a:bodyPr/>
          <a:lstStyle/>
          <a:p>
            <a:r>
              <a:rPr lang="en-US">
                <a:latin typeface="Arial"/>
                <a:cs typeface="Arial"/>
              </a:rPr>
              <a:t>Air cooled gasoline engine</a:t>
            </a:r>
          </a:p>
          <a:p>
            <a:pPr marL="342900" indent="-342900">
              <a:buFont typeface="Arial" panose="020B0604020202020204" pitchFamily="34" charset="0"/>
              <a:buChar char="•"/>
            </a:pPr>
            <a:r>
              <a:rPr lang="en-US" b="0" i="0">
                <a:solidFill>
                  <a:srgbClr val="1C282E"/>
                </a:solidFill>
                <a:effectLst/>
                <a:latin typeface="Arial"/>
                <a:cs typeface="Arial"/>
              </a:rPr>
              <a:t>Industry standard for mowing</a:t>
            </a:r>
          </a:p>
          <a:p>
            <a:pPr marL="342900" indent="-342900">
              <a:buFont typeface="Arial" panose="020B0604020202020204" pitchFamily="34" charset="0"/>
              <a:buChar char="•"/>
            </a:pPr>
            <a:r>
              <a:rPr lang="en-US" b="0">
                <a:solidFill>
                  <a:srgbClr val="1C282E"/>
                </a:solidFill>
                <a:latin typeface="Arial"/>
                <a:cs typeface="Arial"/>
              </a:rPr>
              <a:t>Provides power for mower deck and traction</a:t>
            </a:r>
            <a:endParaRPr lang="en-US" b="0">
              <a:solidFill>
                <a:srgbClr val="1C282E"/>
              </a:solidFill>
              <a:latin typeface="Arial"/>
              <a:cs typeface="Arial" panose="020B0604020202020204" pitchFamily="34" charset="0"/>
            </a:endParaRPr>
          </a:p>
          <a:p>
            <a:pPr marL="342900" indent="-342900">
              <a:buFont typeface="Arial" panose="020B0604020202020204" pitchFamily="34" charset="0"/>
              <a:buChar char="•"/>
            </a:pPr>
            <a:endParaRPr lang="en-US" b="0">
              <a:solidFill>
                <a:srgbClr val="1C282E"/>
              </a:solidFill>
              <a:latin typeface="Arial" panose="020B0604020202020204" pitchFamily="34" charset="0"/>
              <a:cs typeface="Arial" panose="020B0604020202020204" pitchFamily="34" charset="0"/>
            </a:endParaRPr>
          </a:p>
        </p:txBody>
      </p:sp>
      <p:pic>
        <p:nvPicPr>
          <p:cNvPr id="7" name="Content Placeholder 6" title="Inserting image...">
            <a:extLst>
              <a:ext uri="{FF2B5EF4-FFF2-40B4-BE49-F238E27FC236}">
                <a16:creationId xmlns:a16="http://schemas.microsoft.com/office/drawing/2014/main" id="{8230614A-44FC-882E-A968-A2AF29CCC04D}"/>
              </a:ext>
            </a:extLst>
          </p:cNvPr>
          <p:cNvPicPr>
            <a:picLocks noGrp="1" noChangeAspect="1"/>
          </p:cNvPicPr>
          <p:nvPr>
            <p:ph sz="quarter" idx="12"/>
          </p:nvPr>
        </p:nvPicPr>
        <p:blipFill>
          <a:blip r:embed="rId2" cstate="print">
            <a:extLst>
              <a:ext uri="{28A0092B-C50C-407E-A947-70E740481C1C}">
                <a14:useLocalDpi xmlns:a14="http://schemas.microsoft.com/office/drawing/2010/main" val="0"/>
              </a:ext>
            </a:extLst>
          </a:blip>
          <a:stretch>
            <a:fillRect/>
          </a:stretch>
        </p:blipFill>
        <p:spPr>
          <a:xfrm>
            <a:off x="7193949" y="1679097"/>
            <a:ext cx="4576377" cy="3042605"/>
          </a:xfrm>
          <a:prstGeom prst="rect">
            <a:avLst/>
          </a:prstGeom>
        </p:spPr>
      </p:pic>
      <p:pic>
        <p:nvPicPr>
          <p:cNvPr id="4" name="Picture 4">
            <a:extLst>
              <a:ext uri="{FF2B5EF4-FFF2-40B4-BE49-F238E27FC236}">
                <a16:creationId xmlns:a16="http://schemas.microsoft.com/office/drawing/2014/main" id="{53382159-08CB-18B5-9088-37E35D80EBF0}"/>
              </a:ext>
            </a:extLst>
          </p:cNvPr>
          <p:cNvPicPr>
            <a:picLocks noChangeAspect="1"/>
          </p:cNvPicPr>
          <p:nvPr/>
        </p:nvPicPr>
        <p:blipFill>
          <a:blip r:embed="rId3"/>
          <a:stretch>
            <a:fillRect/>
          </a:stretch>
        </p:blipFill>
        <p:spPr>
          <a:xfrm>
            <a:off x="575086" y="3776812"/>
            <a:ext cx="5686232" cy="2300040"/>
          </a:xfrm>
          <a:prstGeom prst="rect">
            <a:avLst/>
          </a:prstGeom>
        </p:spPr>
      </p:pic>
    </p:spTree>
    <p:extLst>
      <p:ext uri="{BB962C8B-B14F-4D97-AF65-F5344CB8AC3E}">
        <p14:creationId xmlns:p14="http://schemas.microsoft.com/office/powerpoint/2010/main" val="3237313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latin typeface="Arial"/>
                <a:cs typeface="Arial"/>
              </a:rPr>
              <a:t>Safety &amp; Compliance</a:t>
            </a:r>
            <a:endParaRPr lang="en-US"/>
          </a:p>
        </p:txBody>
      </p:sp>
      <p:sp>
        <p:nvSpPr>
          <p:cNvPr id="5" name="Content Placeholder 4">
            <a:extLst>
              <a:ext uri="{FF2B5EF4-FFF2-40B4-BE49-F238E27FC236}">
                <a16:creationId xmlns:a16="http://schemas.microsoft.com/office/drawing/2014/main" id="{0486230D-B089-0D9C-2659-9E78D79033C0}"/>
              </a:ext>
            </a:extLst>
          </p:cNvPr>
          <p:cNvSpPr>
            <a:spLocks noGrp="1"/>
          </p:cNvSpPr>
          <p:nvPr>
            <p:ph idx="1"/>
          </p:nvPr>
        </p:nvSpPr>
        <p:spPr>
          <a:xfrm>
            <a:off x="941863" y="1103365"/>
            <a:ext cx="5301167" cy="4641850"/>
          </a:xfrm>
        </p:spPr>
        <p:txBody>
          <a:bodyPr/>
          <a:lstStyle/>
          <a:p>
            <a:r>
              <a:rPr lang="en-US">
                <a:latin typeface="Arial"/>
                <a:cs typeface="Arial"/>
              </a:rPr>
              <a:t>Industry Standard that applies to mower: ANSI/OPEI 5395</a:t>
            </a:r>
          </a:p>
          <a:p>
            <a:endParaRPr lang="en-US" b="0">
              <a:cs typeface="Arial"/>
            </a:endParaRPr>
          </a:p>
        </p:txBody>
      </p:sp>
      <p:sp>
        <p:nvSpPr>
          <p:cNvPr id="4" name="Rectangle: Rounded Corners 3">
            <a:extLst>
              <a:ext uri="{FF2B5EF4-FFF2-40B4-BE49-F238E27FC236}">
                <a16:creationId xmlns:a16="http://schemas.microsoft.com/office/drawing/2014/main" id="{176E229B-1EC7-7E6F-2045-8F472F1AC82D}"/>
              </a:ext>
            </a:extLst>
          </p:cNvPr>
          <p:cNvSpPr/>
          <p:nvPr/>
        </p:nvSpPr>
        <p:spPr>
          <a:xfrm>
            <a:off x="627981" y="1978787"/>
            <a:ext cx="4910835" cy="2229929"/>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r>
              <a:rPr lang="en-US" sz="2400">
                <a:solidFill>
                  <a:schemeClr val="tx1"/>
                </a:solidFill>
                <a:latin typeface="Arial"/>
                <a:cs typeface="Arial"/>
              </a:rPr>
              <a:t>Guarding</a:t>
            </a:r>
            <a:endParaRPr lang="en-US">
              <a:solidFill>
                <a:schemeClr val="tx1"/>
              </a:solidFill>
            </a:endParaRPr>
          </a:p>
          <a:p>
            <a:endParaRPr lang="en-US" b="0">
              <a:solidFill>
                <a:schemeClr val="tx1"/>
              </a:solidFill>
              <a:latin typeface="Arial"/>
              <a:ea typeface="Arial"/>
              <a:cs typeface="Arial"/>
            </a:endParaRPr>
          </a:p>
          <a:p>
            <a:r>
              <a:rPr lang="en-US" b="0">
                <a:solidFill>
                  <a:schemeClr val="tx1"/>
                </a:solidFill>
                <a:latin typeface="Arial"/>
                <a:cs typeface="Arial"/>
              </a:rPr>
              <a:t>Moving parts must be checked to ensure safety, especially with throw line</a:t>
            </a:r>
          </a:p>
          <a:p>
            <a:endParaRPr lang="en-US" b="0">
              <a:solidFill>
                <a:schemeClr val="tx1"/>
              </a:solidFill>
              <a:latin typeface="Arial"/>
              <a:cs typeface="Arial"/>
            </a:endParaRPr>
          </a:p>
          <a:p>
            <a:r>
              <a:rPr lang="en-US" b="0">
                <a:solidFill>
                  <a:schemeClr val="tx1"/>
                </a:solidFill>
                <a:latin typeface="Arial"/>
                <a:cs typeface="Arial"/>
              </a:rPr>
              <a:t>Avoiding pinch points in added designs</a:t>
            </a:r>
          </a:p>
          <a:p>
            <a:endParaRPr lang="en-US" b="0">
              <a:solidFill>
                <a:schemeClr val="tx1"/>
              </a:solidFill>
              <a:latin typeface="Arial"/>
              <a:cs typeface="Arial"/>
            </a:endParaRPr>
          </a:p>
        </p:txBody>
      </p:sp>
      <p:sp>
        <p:nvSpPr>
          <p:cNvPr id="10" name="Rectangle: Rounded Corners 9">
            <a:extLst>
              <a:ext uri="{FF2B5EF4-FFF2-40B4-BE49-F238E27FC236}">
                <a16:creationId xmlns:a16="http://schemas.microsoft.com/office/drawing/2014/main" id="{B44587D0-659E-81B4-A0D2-E6F79F5789B9}"/>
              </a:ext>
            </a:extLst>
          </p:cNvPr>
          <p:cNvSpPr/>
          <p:nvPr/>
        </p:nvSpPr>
        <p:spPr>
          <a:xfrm>
            <a:off x="6951183" y="218758"/>
            <a:ext cx="4524856" cy="1780144"/>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r>
              <a:rPr lang="en-US" sz="2400">
                <a:solidFill>
                  <a:schemeClr val="tx1"/>
                </a:solidFill>
                <a:latin typeface="Arial"/>
                <a:ea typeface="Arial"/>
                <a:cs typeface="Arial"/>
              </a:rPr>
              <a:t>Whole Body &amp;</a:t>
            </a:r>
            <a:endParaRPr lang="en-US" sz="2400">
              <a:solidFill>
                <a:schemeClr val="tx1"/>
              </a:solidFill>
              <a:latin typeface="Verdana"/>
              <a:ea typeface="Verdana"/>
              <a:cs typeface="Arial"/>
            </a:endParaRPr>
          </a:p>
          <a:p>
            <a:pPr algn="ctr"/>
            <a:r>
              <a:rPr lang="en-US" sz="2400">
                <a:solidFill>
                  <a:schemeClr val="tx1"/>
                </a:solidFill>
                <a:latin typeface="Arial"/>
                <a:ea typeface="Arial"/>
                <a:cs typeface="Arial"/>
              </a:rPr>
              <a:t>Hand/Arm Vibration​</a:t>
            </a:r>
            <a:endParaRPr lang="en-US" sz="2400">
              <a:solidFill>
                <a:schemeClr val="tx1"/>
              </a:solidFill>
              <a:latin typeface="Verdana"/>
              <a:ea typeface="Verdana"/>
              <a:cs typeface="Arial"/>
            </a:endParaRPr>
          </a:p>
          <a:p>
            <a:r>
              <a:rPr lang="en-US" b="0">
                <a:solidFill>
                  <a:schemeClr val="tx1"/>
                </a:solidFill>
                <a:latin typeface="Arial"/>
                <a:ea typeface="Arial"/>
                <a:cs typeface="Arial"/>
              </a:rPr>
              <a:t>Ensuring vibration does not exceed ergonomic criteria</a:t>
            </a:r>
            <a:endParaRPr lang="en-US" sz="2000" b="0" spc="40">
              <a:solidFill>
                <a:schemeClr val="tx1"/>
              </a:solidFill>
              <a:latin typeface="Arial" charset="0"/>
              <a:ea typeface="Arial"/>
              <a:cs typeface="Arial"/>
            </a:endParaRPr>
          </a:p>
          <a:p>
            <a:endParaRPr lang="en-US" b="0">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7000C173-87A9-6193-DA69-DBE0FC9D7756}"/>
              </a:ext>
            </a:extLst>
          </p:cNvPr>
          <p:cNvSpPr txBox="1"/>
          <p:nvPr/>
        </p:nvSpPr>
        <p:spPr>
          <a:xfrm>
            <a:off x="3698240" y="6604000"/>
            <a:ext cx="0" cy="0"/>
          </a:xfrm>
          <a:prstGeom prst="rect">
            <a:avLst/>
          </a:prstGeom>
          <a:noFill/>
        </p:spPr>
        <p:txBody>
          <a:bodyPr wrap="none" lIns="0" tIns="0" rIns="0" bIns="0" rtlCol="0">
            <a:noAutofit/>
          </a:bodyPr>
          <a:lstStyle/>
          <a:p>
            <a:pPr>
              <a:lnSpc>
                <a:spcPct val="110000"/>
              </a:lnSpc>
              <a:spcAft>
                <a:spcPts val="900"/>
              </a:spcAft>
            </a:pPr>
            <a:endParaRPr lang="en-US" sz="2000" b="0" spc="40" err="1">
              <a:solidFill>
                <a:srgbClr val="000000"/>
              </a:solidFill>
              <a:latin typeface="Arial" charset="0"/>
            </a:endParaRPr>
          </a:p>
        </p:txBody>
      </p:sp>
      <p:sp>
        <p:nvSpPr>
          <p:cNvPr id="2" name="Rectangle: Rounded Corners 1">
            <a:extLst>
              <a:ext uri="{FF2B5EF4-FFF2-40B4-BE49-F238E27FC236}">
                <a16:creationId xmlns:a16="http://schemas.microsoft.com/office/drawing/2014/main" id="{D8744FA2-F46B-AC8A-3EB1-A8C928EA34BB}"/>
              </a:ext>
            </a:extLst>
          </p:cNvPr>
          <p:cNvSpPr/>
          <p:nvPr/>
        </p:nvSpPr>
        <p:spPr>
          <a:xfrm>
            <a:off x="6946574" y="2257120"/>
            <a:ext cx="4535013" cy="2084335"/>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r>
              <a:rPr lang="en-US" sz="2400">
                <a:solidFill>
                  <a:schemeClr val="tx1"/>
                </a:solidFill>
                <a:latin typeface="Arial"/>
                <a:cs typeface="Arial"/>
              </a:rPr>
              <a:t>Cutting Stop Time</a:t>
            </a:r>
            <a:endParaRPr lang="en-US">
              <a:solidFill>
                <a:schemeClr val="tx1"/>
              </a:solidFill>
            </a:endParaRPr>
          </a:p>
          <a:p>
            <a:r>
              <a:rPr lang="en-US" b="0">
                <a:solidFill>
                  <a:schemeClr val="tx1"/>
                </a:solidFill>
                <a:latin typeface="Arial"/>
                <a:cs typeface="Arial"/>
              </a:rPr>
              <a:t>Rotation stops within 6.7 seconds of engaging material dispersion system</a:t>
            </a:r>
            <a:endParaRPr lang="en-US">
              <a:solidFill>
                <a:schemeClr val="tx1"/>
              </a:solidFill>
            </a:endParaRPr>
          </a:p>
          <a:p>
            <a:endParaRPr lang="en-US" b="0">
              <a:solidFill>
                <a:schemeClr val="tx1"/>
              </a:solidFill>
              <a:latin typeface="Arial"/>
              <a:ea typeface="Arial"/>
              <a:cs typeface="Arial"/>
            </a:endParaRPr>
          </a:p>
          <a:p>
            <a:r>
              <a:rPr lang="en-US" b="0">
                <a:solidFill>
                  <a:schemeClr val="tx1"/>
                </a:solidFill>
                <a:latin typeface="Arial"/>
                <a:ea typeface="Arial"/>
                <a:cs typeface="Arial"/>
              </a:rPr>
              <a:t>Also applies to a separate fan for grass collection</a:t>
            </a:r>
          </a:p>
          <a:p>
            <a:endParaRPr lang="en-US" b="0">
              <a:solidFill>
                <a:schemeClr val="tx1"/>
              </a:solidFill>
              <a:latin typeface="Arial"/>
              <a:ea typeface="Arial"/>
              <a:cs typeface="Arial"/>
            </a:endParaRPr>
          </a:p>
        </p:txBody>
      </p:sp>
      <p:sp>
        <p:nvSpPr>
          <p:cNvPr id="6" name="Rectangle: Rounded Corners 5">
            <a:extLst>
              <a:ext uri="{FF2B5EF4-FFF2-40B4-BE49-F238E27FC236}">
                <a16:creationId xmlns:a16="http://schemas.microsoft.com/office/drawing/2014/main" id="{0F509550-E217-B559-DE56-089A22C5FDBA}"/>
              </a:ext>
            </a:extLst>
          </p:cNvPr>
          <p:cNvSpPr/>
          <p:nvPr/>
        </p:nvSpPr>
        <p:spPr>
          <a:xfrm>
            <a:off x="6952027" y="4808952"/>
            <a:ext cx="4524856" cy="1281695"/>
          </a:xfrm>
          <a:prstGeom prst="round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p>
            <a:pPr algn="ctr"/>
            <a:r>
              <a:rPr lang="en-US" sz="2400">
                <a:solidFill>
                  <a:schemeClr val="tx1"/>
                </a:solidFill>
                <a:latin typeface="Arial"/>
                <a:cs typeface="Arial"/>
              </a:rPr>
              <a:t>Sound Quality</a:t>
            </a:r>
            <a:endParaRPr lang="en-US">
              <a:solidFill>
                <a:schemeClr val="tx1"/>
              </a:solidFill>
            </a:endParaRPr>
          </a:p>
          <a:p>
            <a:r>
              <a:rPr lang="en-US" b="0">
                <a:solidFill>
                  <a:schemeClr val="tx1"/>
                </a:solidFill>
                <a:latin typeface="Arial"/>
                <a:cs typeface="Arial"/>
              </a:rPr>
              <a:t>Maintain similar sound quality and avoid harsh or unexpected sounds.</a:t>
            </a:r>
            <a:endParaRPr lang="en-US">
              <a:solidFill>
                <a:schemeClr val="tx1"/>
              </a:solidFill>
            </a:endParaRPr>
          </a:p>
          <a:p>
            <a:endParaRPr lang="en-US" b="0">
              <a:solidFill>
                <a:schemeClr val="tx1"/>
              </a:solidFill>
              <a:latin typeface="Arial"/>
              <a:ea typeface="Arial"/>
              <a:cs typeface="Arial"/>
            </a:endParaRPr>
          </a:p>
        </p:txBody>
      </p:sp>
      <p:pic>
        <p:nvPicPr>
          <p:cNvPr id="12" name="Picture 11">
            <a:extLst>
              <a:ext uri="{FF2B5EF4-FFF2-40B4-BE49-F238E27FC236}">
                <a16:creationId xmlns:a16="http://schemas.microsoft.com/office/drawing/2014/main" id="{F38A3EAF-7D82-3EE0-BF40-86A934607ADE}"/>
              </a:ext>
            </a:extLst>
          </p:cNvPr>
          <p:cNvPicPr>
            <a:picLocks noChangeAspect="1"/>
          </p:cNvPicPr>
          <p:nvPr/>
        </p:nvPicPr>
        <p:blipFill>
          <a:blip r:embed="rId2"/>
          <a:stretch>
            <a:fillRect/>
          </a:stretch>
        </p:blipFill>
        <p:spPr>
          <a:xfrm>
            <a:off x="334719" y="4318738"/>
            <a:ext cx="2094320" cy="1924050"/>
          </a:xfrm>
          <a:prstGeom prst="rect">
            <a:avLst/>
          </a:prstGeom>
        </p:spPr>
      </p:pic>
      <p:pic>
        <p:nvPicPr>
          <p:cNvPr id="13" name="Picture 12">
            <a:extLst>
              <a:ext uri="{FF2B5EF4-FFF2-40B4-BE49-F238E27FC236}">
                <a16:creationId xmlns:a16="http://schemas.microsoft.com/office/drawing/2014/main" id="{9A65F34F-C595-9046-7A90-8B97661E8C23}"/>
              </a:ext>
            </a:extLst>
          </p:cNvPr>
          <p:cNvPicPr>
            <a:picLocks noChangeAspect="1"/>
          </p:cNvPicPr>
          <p:nvPr/>
        </p:nvPicPr>
        <p:blipFill>
          <a:blip r:embed="rId3"/>
          <a:stretch>
            <a:fillRect/>
          </a:stretch>
        </p:blipFill>
        <p:spPr>
          <a:xfrm>
            <a:off x="2866070" y="4330918"/>
            <a:ext cx="1929899" cy="1920240"/>
          </a:xfrm>
          <a:prstGeom prst="rect">
            <a:avLst/>
          </a:prstGeom>
        </p:spPr>
      </p:pic>
    </p:spTree>
    <p:extLst>
      <p:ext uri="{BB962C8B-B14F-4D97-AF65-F5344CB8AC3E}">
        <p14:creationId xmlns:p14="http://schemas.microsoft.com/office/powerpoint/2010/main" val="289936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Problem Statement</a:t>
            </a:r>
          </a:p>
        </p:txBody>
      </p:sp>
      <p:sp>
        <p:nvSpPr>
          <p:cNvPr id="7" name="Content Placeholder 6"/>
          <p:cNvSpPr>
            <a:spLocks noGrp="1"/>
          </p:cNvSpPr>
          <p:nvPr>
            <p:ph idx="1"/>
          </p:nvPr>
        </p:nvSpPr>
        <p:spPr>
          <a:xfrm>
            <a:off x="570690" y="1038022"/>
            <a:ext cx="6832210" cy="4641850"/>
          </a:xfrm>
        </p:spPr>
        <p:txBody>
          <a:bodyPr/>
          <a:lstStyle/>
          <a:p>
            <a:pPr>
              <a:lnSpc>
                <a:spcPct val="100000"/>
              </a:lnSpc>
            </a:pPr>
            <a:r>
              <a:rPr lang="en-US" sz="1800">
                <a:solidFill>
                  <a:srgbClr val="000000"/>
                </a:solidFill>
                <a:latin typeface="Arial"/>
                <a:cs typeface="Arial"/>
              </a:rPr>
              <a:t>Task/workflow disruption</a:t>
            </a:r>
            <a:endParaRPr lang="en-US" sz="1800"/>
          </a:p>
          <a:p>
            <a:pPr lvl="2" indent="-200660">
              <a:lnSpc>
                <a:spcPct val="100000"/>
              </a:lnSpc>
              <a:spcBef>
                <a:spcPts val="0"/>
              </a:spcBef>
              <a:buFont typeface="Calibri" charset="-120"/>
              <a:buChar char="-"/>
            </a:pPr>
            <a:r>
              <a:rPr lang="en-US" sz="1800">
                <a:solidFill>
                  <a:srgbClr val="000000"/>
                </a:solidFill>
                <a:latin typeface="Arial"/>
                <a:cs typeface="Arial"/>
              </a:rPr>
              <a:t>Emptying grass catchers requires a stop to the mowing task</a:t>
            </a:r>
            <a:endParaRPr lang="en-US" sz="1800" b="0">
              <a:solidFill>
                <a:srgbClr val="000000"/>
              </a:solidFill>
            </a:endParaRPr>
          </a:p>
          <a:p>
            <a:pPr lvl="2" indent="-200660">
              <a:lnSpc>
                <a:spcPct val="100000"/>
              </a:lnSpc>
              <a:spcBef>
                <a:spcPts val="0"/>
              </a:spcBef>
              <a:buFont typeface="Calibri" charset="-120"/>
              <a:buChar char="-"/>
            </a:pPr>
            <a:r>
              <a:rPr lang="en-US" sz="1800">
                <a:solidFill>
                  <a:srgbClr val="000000"/>
                </a:solidFill>
                <a:latin typeface="Arial"/>
                <a:cs typeface="Arial"/>
              </a:rPr>
              <a:t>Unexpected/untimely catchers full can cause need to skip passes, transport, backtrack, etc. </a:t>
            </a:r>
          </a:p>
          <a:p>
            <a:pPr>
              <a:lnSpc>
                <a:spcPct val="100000"/>
              </a:lnSpc>
            </a:pPr>
            <a:r>
              <a:rPr lang="en-US" sz="1800">
                <a:solidFill>
                  <a:srgbClr val="000000"/>
                </a:solidFill>
                <a:latin typeface="Arial"/>
                <a:cs typeface="Arial"/>
              </a:rPr>
              <a:t>Operator offload/ergonomics</a:t>
            </a:r>
            <a:endParaRPr lang="en-US" sz="1800"/>
          </a:p>
          <a:p>
            <a:pPr lvl="2" indent="-200660">
              <a:lnSpc>
                <a:spcPct val="100000"/>
              </a:lnSpc>
              <a:buFont typeface="Calibri" charset="-120"/>
              <a:buChar char="-"/>
            </a:pPr>
            <a:r>
              <a:rPr lang="en-US" sz="1800">
                <a:latin typeface="Arial"/>
                <a:cs typeface="Arial"/>
              </a:rPr>
              <a:t>Operator must constantly monitor catcher fill, increasing mental load</a:t>
            </a:r>
            <a:endParaRPr lang="en-US" sz="1800">
              <a:solidFill>
                <a:srgbClr val="000000"/>
              </a:solidFill>
              <a:cs typeface="Arial"/>
            </a:endParaRPr>
          </a:p>
          <a:p>
            <a:pPr lvl="2" indent="-200660">
              <a:lnSpc>
                <a:spcPct val="100000"/>
              </a:lnSpc>
              <a:buFont typeface="Calibri" charset="-120"/>
              <a:buChar char="-"/>
            </a:pPr>
            <a:r>
              <a:rPr lang="en-US" sz="1800">
                <a:solidFill>
                  <a:srgbClr val="000000"/>
                </a:solidFill>
                <a:latin typeface="Arial"/>
                <a:cs typeface="Arial"/>
              </a:rPr>
              <a:t>Repeated machine entry/exit is not ideal for ergonomics</a:t>
            </a:r>
          </a:p>
          <a:p>
            <a:pPr lvl="2" indent="-200660">
              <a:lnSpc>
                <a:spcPct val="100000"/>
              </a:lnSpc>
              <a:buFont typeface="Calibri" charset="-120"/>
              <a:buChar char="-"/>
            </a:pPr>
            <a:r>
              <a:rPr lang="en-US" sz="1800">
                <a:solidFill>
                  <a:srgbClr val="000000"/>
                </a:solidFill>
                <a:latin typeface="Arial"/>
                <a:cs typeface="Arial"/>
              </a:rPr>
              <a:t>Some operators may struggle with the physical task of removing, emptying, and reinstalling catch baskets</a:t>
            </a:r>
          </a:p>
          <a:p>
            <a:pPr marL="119380" lvl="2" indent="0">
              <a:lnSpc>
                <a:spcPct val="100000"/>
              </a:lnSpc>
              <a:buNone/>
            </a:pPr>
            <a:r>
              <a:rPr lang="en-US" sz="1800" b="1">
                <a:solidFill>
                  <a:srgbClr val="000000"/>
                </a:solidFill>
                <a:latin typeface="Arial"/>
                <a:cs typeface="Arial"/>
              </a:rPr>
              <a:t>Takeaway</a:t>
            </a:r>
            <a:endParaRPr lang="en-US" sz="1800" b="1">
              <a:solidFill>
                <a:srgbClr val="000000"/>
              </a:solidFill>
              <a:cs typeface="Arial"/>
            </a:endParaRPr>
          </a:p>
          <a:p>
            <a:pPr lvl="2" indent="-200660">
              <a:lnSpc>
                <a:spcPct val="100000"/>
              </a:lnSpc>
              <a:spcBef>
                <a:spcPts val="0"/>
              </a:spcBef>
              <a:buFont typeface="Calibri" charset="-120"/>
              <a:buChar char="-"/>
            </a:pPr>
            <a:r>
              <a:rPr lang="en-US" sz="1800" i="1">
                <a:solidFill>
                  <a:srgbClr val="000000"/>
                </a:solidFill>
                <a:latin typeface="Arial"/>
                <a:cs typeface="Arial"/>
              </a:rPr>
              <a:t>Repetitive manual/visual </a:t>
            </a:r>
            <a:r>
              <a:rPr lang="en-US" sz="1800">
                <a:solidFill>
                  <a:srgbClr val="000000"/>
                </a:solidFill>
                <a:latin typeface="Arial"/>
                <a:cs typeface="Arial"/>
              </a:rPr>
              <a:t>catcher fill monitoring and material emptying/dispersion hinders </a:t>
            </a:r>
            <a:r>
              <a:rPr lang="en-US" sz="1800" i="1">
                <a:solidFill>
                  <a:srgbClr val="000000"/>
                </a:solidFill>
                <a:latin typeface="Arial"/>
                <a:cs typeface="Arial"/>
              </a:rPr>
              <a:t>smooth/continuous operation </a:t>
            </a:r>
            <a:r>
              <a:rPr lang="en-US" sz="1800">
                <a:solidFill>
                  <a:srgbClr val="000000"/>
                </a:solidFill>
                <a:latin typeface="Arial"/>
                <a:cs typeface="Arial"/>
              </a:rPr>
              <a:t>and increases </a:t>
            </a:r>
            <a:r>
              <a:rPr lang="en-US" sz="1800" i="1">
                <a:solidFill>
                  <a:srgbClr val="000000"/>
                </a:solidFill>
                <a:latin typeface="Arial"/>
                <a:cs typeface="Arial"/>
              </a:rPr>
              <a:t>mental and physical load </a:t>
            </a:r>
            <a:r>
              <a:rPr lang="en-US" sz="1800">
                <a:solidFill>
                  <a:srgbClr val="000000"/>
                </a:solidFill>
                <a:latin typeface="Arial"/>
                <a:cs typeface="Arial"/>
              </a:rPr>
              <a:t>on the operator.</a:t>
            </a:r>
            <a:endParaRPr lang="en-US" sz="1800">
              <a:solidFill>
                <a:srgbClr val="000000"/>
              </a:solidFill>
              <a:cs typeface="Arial"/>
            </a:endParaRPr>
          </a:p>
        </p:txBody>
      </p:sp>
      <p:pic>
        <p:nvPicPr>
          <p:cNvPr id="3" name="Picture 2">
            <a:extLst>
              <a:ext uri="{FF2B5EF4-FFF2-40B4-BE49-F238E27FC236}">
                <a16:creationId xmlns:a16="http://schemas.microsoft.com/office/drawing/2014/main" id="{50F70394-775D-F40B-A9AC-E4A0858110EB}"/>
              </a:ext>
            </a:extLst>
          </p:cNvPr>
          <p:cNvPicPr>
            <a:picLocks noChangeAspect="1"/>
          </p:cNvPicPr>
          <p:nvPr/>
        </p:nvPicPr>
        <p:blipFill>
          <a:blip r:embed="rId2"/>
          <a:stretch>
            <a:fillRect/>
          </a:stretch>
        </p:blipFill>
        <p:spPr>
          <a:xfrm>
            <a:off x="7699636" y="297099"/>
            <a:ext cx="4196453" cy="3131901"/>
          </a:xfrm>
          <a:prstGeom prst="rect">
            <a:avLst/>
          </a:prstGeom>
        </p:spPr>
      </p:pic>
      <p:pic>
        <p:nvPicPr>
          <p:cNvPr id="5" name="Picture 4">
            <a:extLst>
              <a:ext uri="{FF2B5EF4-FFF2-40B4-BE49-F238E27FC236}">
                <a16:creationId xmlns:a16="http://schemas.microsoft.com/office/drawing/2014/main" id="{EB4EB7F4-8DA7-34BB-E959-6925F5D291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636" y="3358947"/>
            <a:ext cx="4196453" cy="2797635"/>
          </a:xfrm>
          <a:prstGeom prst="rect">
            <a:avLst/>
          </a:prstGeom>
        </p:spPr>
      </p:pic>
    </p:spTree>
    <p:extLst>
      <p:ext uri="{BB962C8B-B14F-4D97-AF65-F5344CB8AC3E}">
        <p14:creationId xmlns:p14="http://schemas.microsoft.com/office/powerpoint/2010/main" val="2115203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5407025" cy="498475"/>
          </a:xfrm>
        </p:spPr>
        <p:txBody>
          <a:bodyPr wrap="square" anchor="t">
            <a:normAutofit/>
          </a:bodyPr>
          <a:lstStyle/>
          <a:p>
            <a:r>
              <a:rPr lang="en-US"/>
              <a:t>Proposal for Improvement</a:t>
            </a:r>
          </a:p>
        </p:txBody>
      </p:sp>
      <p:sp>
        <p:nvSpPr>
          <p:cNvPr id="3" name="Content Placeholder 2"/>
          <p:cNvSpPr>
            <a:spLocks noGrp="1"/>
          </p:cNvSpPr>
          <p:nvPr>
            <p:ph idx="1"/>
          </p:nvPr>
        </p:nvSpPr>
        <p:spPr>
          <a:xfrm>
            <a:off x="272374" y="895350"/>
            <a:ext cx="6770451" cy="5505450"/>
          </a:xfrm>
        </p:spPr>
        <p:txBody>
          <a:bodyPr wrap="square" anchor="t">
            <a:normAutofit/>
          </a:bodyPr>
          <a:lstStyle/>
          <a:p>
            <a:pPr marL="119380" lvl="2" indent="0">
              <a:buNone/>
            </a:pPr>
            <a:r>
              <a:rPr lang="en-US" sz="1100" b="1"/>
              <a:t>Design a system to interface with existing grass catcher/cutting systems that will enable automatic fill monitoring and material emptying/dispersion, unlocking automated workflows, easier operation, and less mental and physical load on the operator.</a:t>
            </a:r>
          </a:p>
          <a:p>
            <a:pPr marL="119380" lvl="2" indent="0">
              <a:buNone/>
            </a:pPr>
            <a:endParaRPr lang="en-US" sz="1100"/>
          </a:p>
          <a:p>
            <a:pPr lvl="2" indent="-200660"/>
            <a:r>
              <a:rPr lang="en-US" sz="1100"/>
              <a:t>Electronic fill level monitoring</a:t>
            </a:r>
          </a:p>
          <a:p>
            <a:pPr lvl="3" indent="-200660"/>
            <a:r>
              <a:rPr lang="en-US" sz="1100"/>
              <a:t>Output fill level via analog voltage (0-12V) or J1939 messaging</a:t>
            </a:r>
          </a:p>
          <a:p>
            <a:pPr lvl="2" indent="-200660"/>
            <a:r>
              <a:rPr lang="en-US" sz="1100"/>
              <a:t>Electronic powered catcher emptying</a:t>
            </a:r>
          </a:p>
          <a:p>
            <a:pPr lvl="3" indent="-200660"/>
            <a:r>
              <a:rPr lang="en-US" sz="1100"/>
              <a:t>Remove as much material collected in catch basket as possible when commanded</a:t>
            </a:r>
          </a:p>
          <a:p>
            <a:pPr lvl="2" indent="-200660"/>
            <a:r>
              <a:rPr lang="en-US" sz="1100"/>
              <a:t>Agnostic to sensing solution (ultrasonic, strain, etc.)</a:t>
            </a:r>
          </a:p>
          <a:p>
            <a:pPr lvl="2" indent="-200660"/>
            <a:r>
              <a:rPr lang="en-US" sz="1100"/>
              <a:t>Design must not compromise the performance of the vehicle or cutting unit.</a:t>
            </a:r>
          </a:p>
          <a:p>
            <a:pPr lvl="3" indent="-200660"/>
            <a:r>
              <a:rPr lang="en-US" sz="1100"/>
              <a:t>Design may not impeded reel, yoke, or yoke arm movement</a:t>
            </a:r>
          </a:p>
          <a:p>
            <a:pPr lvl="2" indent="-200660"/>
            <a:r>
              <a:rPr lang="en-US" sz="1100"/>
              <a:t>Available power sources:</a:t>
            </a:r>
          </a:p>
          <a:p>
            <a:pPr lvl="3" indent="-200660"/>
            <a:r>
              <a:rPr lang="en-US" sz="1100"/>
              <a:t>12VDC rail</a:t>
            </a:r>
          </a:p>
          <a:p>
            <a:pPr lvl="3" indent="-200660"/>
            <a:r>
              <a:rPr lang="en-US" sz="1100"/>
              <a:t>58VDC rail</a:t>
            </a:r>
          </a:p>
          <a:p>
            <a:pPr lvl="2" indent="-200660"/>
            <a:r>
              <a:rPr lang="en-US" sz="1100"/>
              <a:t>Stretch goal: </a:t>
            </a:r>
          </a:p>
          <a:p>
            <a:pPr lvl="3" indent="-200660"/>
            <a:r>
              <a:rPr lang="en-US" sz="1100"/>
              <a:t>Design should disperse grass clippings evenly across an 8ft diameter area in front of the machine (rear cutting unit clipping dispersion may not be as even due to cutting unit location)</a:t>
            </a:r>
          </a:p>
          <a:p>
            <a:pPr lvl="2" indent="-200660"/>
            <a:endParaRPr lang="en-US" sz="1100"/>
          </a:p>
          <a:p>
            <a:pPr marL="119380" lvl="2" indent="0">
              <a:buNone/>
            </a:pPr>
            <a:endParaRPr lang="en-US" sz="1100"/>
          </a:p>
        </p:txBody>
      </p:sp>
      <p:pic>
        <p:nvPicPr>
          <p:cNvPr id="8" name="Picture 7">
            <a:extLst>
              <a:ext uri="{FF2B5EF4-FFF2-40B4-BE49-F238E27FC236}">
                <a16:creationId xmlns:a16="http://schemas.microsoft.com/office/drawing/2014/main" id="{6E977B0B-2AF7-4CA1-EA34-C6A398E712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3584" y="252919"/>
            <a:ext cx="4010995" cy="6013556"/>
          </a:xfrm>
          <a:prstGeom prst="rect">
            <a:avLst/>
          </a:prstGeom>
        </p:spPr>
      </p:pic>
    </p:spTree>
    <p:extLst>
      <p:ext uri="{BB962C8B-B14F-4D97-AF65-F5344CB8AC3E}">
        <p14:creationId xmlns:p14="http://schemas.microsoft.com/office/powerpoint/2010/main" val="548673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825" y="396875"/>
            <a:ext cx="8788401" cy="498475"/>
          </a:xfrm>
        </p:spPr>
        <p:txBody>
          <a:bodyPr vert="horz" wrap="square" lIns="0" tIns="0" rIns="0" bIns="0" numCol="1" anchor="t" anchorCtr="0" compatLnSpc="1">
            <a:prstTxWarp prst="textNoShape">
              <a:avLst/>
            </a:prstTxWarp>
            <a:normAutofit/>
          </a:bodyPr>
          <a:lstStyle/>
          <a:p>
            <a:r>
              <a:rPr lang="en-US" b="1" i="0" spc="40" baseline="0">
                <a:latin typeface="Arial" charset="0"/>
                <a:ea typeface="Arial" charset="0"/>
                <a:cs typeface="Arial" charset="0"/>
              </a:rPr>
              <a:t>Evaluation Criteria</a:t>
            </a:r>
          </a:p>
        </p:txBody>
      </p:sp>
      <p:sp>
        <p:nvSpPr>
          <p:cNvPr id="3" name="Content Placeholder 2"/>
          <p:cNvSpPr>
            <a:spLocks noGrp="1"/>
          </p:cNvSpPr>
          <p:nvPr>
            <p:ph idx="1"/>
          </p:nvPr>
        </p:nvSpPr>
        <p:spPr>
          <a:xfrm>
            <a:off x="1139825" y="1536700"/>
            <a:ext cx="4283075" cy="4641850"/>
          </a:xfrm>
        </p:spPr>
        <p:txBody>
          <a:bodyPr vert="horz" wrap="square" lIns="0" tIns="0" rIns="0" bIns="0" numCol="1" anchor="t" anchorCtr="0" compatLnSpc="1">
            <a:prstTxWarp prst="textNoShape">
              <a:avLst/>
            </a:prstTxWarp>
            <a:normAutofit/>
          </a:bodyPr>
          <a:lstStyle/>
          <a:p>
            <a:pPr lvl="2" indent="-200660"/>
            <a:r>
              <a:rPr lang="en-US">
                <a:latin typeface="Arial"/>
                <a:cs typeface="Arial"/>
              </a:rPr>
              <a:t>Compliance with OPEI/ANSI 5395</a:t>
            </a:r>
          </a:p>
          <a:p>
            <a:pPr lvl="2" indent="-200660"/>
            <a:r>
              <a:rPr lang="en-US">
                <a:latin typeface="Arial"/>
                <a:cs typeface="Arial"/>
              </a:rPr>
              <a:t>Characterizing the problem</a:t>
            </a:r>
          </a:p>
          <a:p>
            <a:pPr lvl="2" indent="-200660"/>
            <a:r>
              <a:rPr lang="en-US">
                <a:latin typeface="Arial"/>
                <a:cs typeface="Arial"/>
              </a:rPr>
              <a:t>Value: Cost vs. Performance</a:t>
            </a:r>
          </a:p>
          <a:p>
            <a:pPr lvl="2" indent="-200660"/>
            <a:r>
              <a:rPr lang="en-US">
                <a:latin typeface="Arial"/>
                <a:cs typeface="Arial"/>
              </a:rPr>
              <a:t>Operator impact</a:t>
            </a:r>
            <a:endParaRPr lang="en-US"/>
          </a:p>
          <a:p>
            <a:pPr lvl="2" indent="-200660"/>
            <a:r>
              <a:rPr lang="en-US">
                <a:latin typeface="Arial"/>
                <a:cs typeface="Arial"/>
              </a:rPr>
              <a:t>Bystander impact</a:t>
            </a:r>
          </a:p>
          <a:p>
            <a:pPr lvl="2" indent="-200660"/>
            <a:r>
              <a:rPr lang="en-US" sz="1900">
                <a:latin typeface="Arial"/>
                <a:cs typeface="Arial"/>
              </a:rPr>
              <a:t>Manufacturability</a:t>
            </a:r>
          </a:p>
          <a:p>
            <a:pPr lvl="2" indent="-200660"/>
            <a:r>
              <a:rPr lang="en-US">
                <a:latin typeface="Arial"/>
                <a:cs typeface="Arial"/>
              </a:rPr>
              <a:t>Maintains current machine performance</a:t>
            </a:r>
          </a:p>
          <a:p>
            <a:pPr lvl="2" indent="-200660"/>
            <a:r>
              <a:rPr lang="en-US">
                <a:latin typeface="Arial"/>
                <a:cs typeface="Arial"/>
              </a:rPr>
              <a:t>Maintains current vehicle architecture</a:t>
            </a:r>
          </a:p>
          <a:p>
            <a:pPr lvl="2" indent="-200660"/>
            <a:endParaRPr lang="en-US">
              <a:cs typeface="Arial"/>
            </a:endParaRPr>
          </a:p>
        </p:txBody>
      </p:sp>
      <p:pic>
        <p:nvPicPr>
          <p:cNvPr id="5" name="Picture 4">
            <a:extLst>
              <a:ext uri="{FF2B5EF4-FFF2-40B4-BE49-F238E27FC236}">
                <a16:creationId xmlns:a16="http://schemas.microsoft.com/office/drawing/2014/main" id="{08FFFF4B-1472-4AC2-A0AB-6F0CD77FA0DA}"/>
              </a:ext>
            </a:extLst>
          </p:cNvPr>
          <p:cNvPicPr>
            <a:picLocks noChangeAspect="1"/>
          </p:cNvPicPr>
          <p:nvPr/>
        </p:nvPicPr>
        <p:blipFill>
          <a:blip r:embed="rId2"/>
          <a:stretch>
            <a:fillRect/>
          </a:stretch>
        </p:blipFill>
        <p:spPr>
          <a:xfrm>
            <a:off x="5626021" y="1713964"/>
            <a:ext cx="6093211" cy="3099950"/>
          </a:xfrm>
          <a:prstGeom prst="rect">
            <a:avLst/>
          </a:prstGeom>
          <a:noFill/>
        </p:spPr>
      </p:pic>
    </p:spTree>
    <p:extLst>
      <p:ext uri="{BB962C8B-B14F-4D97-AF65-F5344CB8AC3E}">
        <p14:creationId xmlns:p14="http://schemas.microsoft.com/office/powerpoint/2010/main" val="4144674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Questions?</a:t>
            </a:r>
          </a:p>
        </p:txBody>
      </p:sp>
    </p:spTree>
    <p:extLst>
      <p:ext uri="{BB962C8B-B14F-4D97-AF65-F5344CB8AC3E}">
        <p14:creationId xmlns:p14="http://schemas.microsoft.com/office/powerpoint/2010/main" val="1824525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John Deere Masterslide">
  <a:themeElements>
    <a:clrScheme name="jd_ppt_greenyellow_template 1">
      <a:dk1>
        <a:srgbClr val="000000"/>
      </a:dk1>
      <a:lt1>
        <a:srgbClr val="FFFFFF"/>
      </a:lt1>
      <a:dk2>
        <a:srgbClr val="BAB796"/>
      </a:dk2>
      <a:lt2>
        <a:srgbClr val="D9DBC3"/>
      </a:lt2>
      <a:accent1>
        <a:srgbClr val="367C2B"/>
      </a:accent1>
      <a:accent2>
        <a:srgbClr val="FFDE00"/>
      </a:accent2>
      <a:accent3>
        <a:srgbClr val="19581D"/>
      </a:accent3>
      <a:accent4>
        <a:srgbClr val="A3AE57"/>
      </a:accent4>
      <a:accent5>
        <a:srgbClr val="695B37"/>
      </a:accent5>
      <a:accent6>
        <a:srgbClr val="F1A800"/>
      </a:accent6>
      <a:hlink>
        <a:srgbClr val="367C2B"/>
      </a:hlink>
      <a:folHlink>
        <a:srgbClr val="666666"/>
      </a:folHlink>
    </a:clrScheme>
    <a:fontScheme name="jd_ppt_blackyellow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effectLst/>
      </a:spPr>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defPPr>
          <a:lnSpc>
            <a:spcPct val="110000"/>
          </a:lnSpc>
          <a:spcAft>
            <a:spcPts val="900"/>
          </a:spcAft>
          <a:defRPr sz="2000" b="0" spc="40" dirty="0" smtClean="0">
            <a:solidFill>
              <a:srgbClr val="000000"/>
            </a:solidFill>
            <a:latin typeface="Arial" charset="0"/>
          </a:defRPr>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txDef>
      <a:spPr>
        <a:noFill/>
      </a:spPr>
      <a:bodyPr wrap="square" lIns="0" tIns="0" rIns="0" bIns="0" rtlCol="0">
        <a:noAutofit/>
      </a:bodyPr>
      <a:lstStyle>
        <a:defPPr>
          <a:lnSpc>
            <a:spcPct val="110000"/>
          </a:lnSpc>
          <a:spcAft>
            <a:spcPts val="900"/>
          </a:spcAft>
          <a:defRPr sz="2000" b="0" spc="40" dirty="0" err="1" smtClean="0">
            <a:solidFill>
              <a:srgbClr val="000000"/>
            </a:solidFill>
            <a:latin typeface="Arial" charset="0"/>
          </a:defRPr>
        </a:defPPr>
      </a:lstStyle>
    </a:txDef>
  </a:objectDefaults>
  <a:extraClrSchemeLst>
    <a:extraClrScheme>
      <a:clrScheme name="jd_ppt_blackyellow_template 1">
        <a:dk1>
          <a:srgbClr val="000000"/>
        </a:dk1>
        <a:lt1>
          <a:srgbClr val="FFFFFF"/>
        </a:lt1>
        <a:dk2>
          <a:srgbClr val="367C2B"/>
        </a:dk2>
        <a:lt2>
          <a:srgbClr val="CCCCCC"/>
        </a:lt2>
        <a:accent1>
          <a:srgbClr val="367C2B"/>
        </a:accent1>
        <a:accent2>
          <a:srgbClr val="FFDE00"/>
        </a:accent2>
        <a:accent3>
          <a:srgbClr val="FFFFFF"/>
        </a:accent3>
        <a:accent4>
          <a:srgbClr val="000000"/>
        </a:accent4>
        <a:accent5>
          <a:srgbClr val="AEBFAC"/>
        </a:accent5>
        <a:accent6>
          <a:srgbClr val="E7C900"/>
        </a:accent6>
        <a:hlink>
          <a:srgbClr val="367C2B"/>
        </a:hlink>
        <a:folHlink>
          <a:srgbClr val="367C2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_Widescreen_GY_BASIC_01-12-21" id="{56C8F36E-D8BE-6F41-AD09-1B5AC3DEE71E}" vid="{6F492159-2825-4646-87B7-25D851844D70}"/>
    </a:ext>
  </a:extLst>
</a:theme>
</file>

<file path=ppt/theme/theme2.xml><?xml version="1.0" encoding="utf-8"?>
<a:theme xmlns:a="http://schemas.openxmlformats.org/drawingml/2006/main" name="John Deere Masterslide">
  <a:themeElements>
    <a:clrScheme name="JD_VIS_Colors_7_8_2017 1">
      <a:dk1>
        <a:srgbClr val="000000"/>
      </a:dk1>
      <a:lt1>
        <a:srgbClr val="FFFFFF"/>
      </a:lt1>
      <a:dk2>
        <a:srgbClr val="BAB796"/>
      </a:dk2>
      <a:lt2>
        <a:srgbClr val="D9DBC3"/>
      </a:lt2>
      <a:accent1>
        <a:srgbClr val="FFDE00"/>
      </a:accent1>
      <a:accent2>
        <a:srgbClr val="367C2B"/>
      </a:accent2>
      <a:accent3>
        <a:srgbClr val="19581D"/>
      </a:accent3>
      <a:accent4>
        <a:srgbClr val="A3AE57"/>
      </a:accent4>
      <a:accent5>
        <a:srgbClr val="695B37"/>
      </a:accent5>
      <a:accent6>
        <a:srgbClr val="F1A800"/>
      </a:accent6>
      <a:hlink>
        <a:srgbClr val="367C2B"/>
      </a:hlink>
      <a:folHlink>
        <a:srgbClr val="666666"/>
      </a:folHlink>
    </a:clrScheme>
    <a:fontScheme name="jd_ppt_blackyellow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effectLst/>
      </a:spPr>
      <a:bodyPr rot="0" spcFirstLastPara="0" vertOverflow="overflow" horzOverflow="overflow" vert="horz" wrap="square" lIns="228600" tIns="118872" rIns="228600" bIns="118872" numCol="1" spcCol="0" rtlCol="0" fromWordArt="0" anchor="t" anchorCtr="0" forceAA="0" compatLnSpc="1">
        <a:prstTxWarp prst="textNoShape">
          <a:avLst/>
        </a:prstTxWarp>
        <a:noAutofit/>
      </a:bodyPr>
      <a:lstStyle>
        <a:defPPr>
          <a:lnSpc>
            <a:spcPct val="110000"/>
          </a:lnSpc>
          <a:spcAft>
            <a:spcPts val="900"/>
          </a:spcAft>
          <a:defRPr sz="2000" b="0" spc="40" dirty="0" smtClean="0">
            <a:solidFill>
              <a:srgbClr val="000000"/>
            </a:solidFill>
            <a:latin typeface="Arial" charset="0"/>
          </a:defRPr>
        </a:defPPr>
      </a:lstStyle>
      <a:style>
        <a:lnRef idx="1">
          <a:schemeClr val="accent1"/>
        </a:lnRef>
        <a:fillRef idx="3">
          <a:schemeClr val="accent1"/>
        </a:fillRef>
        <a:effectRef idx="2">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txDef>
      <a:spPr>
        <a:noFill/>
      </a:spPr>
      <a:bodyPr wrap="square" lIns="0" tIns="0" rIns="0" bIns="0" rtlCol="0">
        <a:noAutofit/>
      </a:bodyPr>
      <a:lstStyle>
        <a:defPPr>
          <a:lnSpc>
            <a:spcPct val="110000"/>
          </a:lnSpc>
          <a:spcAft>
            <a:spcPts val="900"/>
          </a:spcAft>
          <a:defRPr sz="2000" b="0" spc="40" dirty="0" err="1" smtClean="0">
            <a:solidFill>
              <a:srgbClr val="000000"/>
            </a:solidFill>
            <a:latin typeface="Arial" charset="0"/>
          </a:defRPr>
        </a:defPPr>
      </a:lstStyle>
    </a:txDef>
  </a:objectDefaults>
  <a:extraClrSchemeLst>
    <a:extraClrScheme>
      <a:clrScheme name="jd_ppt_blackyellow_template 1">
        <a:dk1>
          <a:srgbClr val="000000"/>
        </a:dk1>
        <a:lt1>
          <a:srgbClr val="FFFFFF"/>
        </a:lt1>
        <a:dk2>
          <a:srgbClr val="367C2B"/>
        </a:dk2>
        <a:lt2>
          <a:srgbClr val="CCCCCC"/>
        </a:lt2>
        <a:accent1>
          <a:srgbClr val="367C2B"/>
        </a:accent1>
        <a:accent2>
          <a:srgbClr val="FFDE00"/>
        </a:accent2>
        <a:accent3>
          <a:srgbClr val="FFFFFF"/>
        </a:accent3>
        <a:accent4>
          <a:srgbClr val="000000"/>
        </a:accent4>
        <a:accent5>
          <a:srgbClr val="AEBFAC"/>
        </a:accent5>
        <a:accent6>
          <a:srgbClr val="E7C900"/>
        </a:accent6>
        <a:hlink>
          <a:srgbClr val="367C2B"/>
        </a:hlink>
        <a:folHlink>
          <a:srgbClr val="367C2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_Widescreen_GY_Basic" id="{8EA3E25E-F45A-5545-A9E0-0AA21164DF64}" vid="{31348C0D-EE08-8746-B15D-4735207F9E92}"/>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c6dee06-a0de-45c6-9435-6bc5b347b282">
      <Terms xmlns="http://schemas.microsoft.com/office/infopath/2007/PartnerControls"/>
    </lcf76f155ced4ddcb4097134ff3c332f>
    <TaxCatchAll xmlns="313ffd33-2c15-4835-9d72-e3f87d45f64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995C1839A71ED4195C3A478EF39A0DC" ma:contentTypeVersion="17" ma:contentTypeDescription="Create a new document." ma:contentTypeScope="" ma:versionID="dfcea426deb81754a5d084e5a211dcca">
  <xsd:schema xmlns:xsd="http://www.w3.org/2001/XMLSchema" xmlns:xs="http://www.w3.org/2001/XMLSchema" xmlns:p="http://schemas.microsoft.com/office/2006/metadata/properties" xmlns:ns2="ec6dee06-a0de-45c6-9435-6bc5b347b282" xmlns:ns3="313ffd33-2c15-4835-9d72-e3f87d45f64c" targetNamespace="http://schemas.microsoft.com/office/2006/metadata/properties" ma:root="true" ma:fieldsID="c8aa7f48736219893e02eff646edf74c" ns2:_="" ns3:_="">
    <xsd:import namespace="ec6dee06-a0de-45c6-9435-6bc5b347b282"/>
    <xsd:import namespace="313ffd33-2c15-4835-9d72-e3f87d45f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6dee06-a0de-45c6-9435-6bc5b347b2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7bfce6e-1b76-4ad8-a418-d83338899b12"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Location" ma:index="24"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ffd33-2c15-4835-9d72-e3f87d45f64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f56ee4c1-fafa-4b33-991b-6a74a6d0a37d}" ma:internalName="TaxCatchAll" ma:showField="CatchAllData" ma:web="313ffd33-2c15-4835-9d72-e3f87d45f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E836FA-D228-4003-AF4F-43259BA8831C}">
  <ds:schemaRefs>
    <ds:schemaRef ds:uri="http://schemas.microsoft.com/sharepoint/v3/contenttype/forms"/>
  </ds:schemaRefs>
</ds:datastoreItem>
</file>

<file path=customXml/itemProps2.xml><?xml version="1.0" encoding="utf-8"?>
<ds:datastoreItem xmlns:ds="http://schemas.openxmlformats.org/officeDocument/2006/customXml" ds:itemID="{B4525746-2791-44EA-8798-DC5EAEDAB800}">
  <ds:schemaRefs>
    <ds:schemaRef ds:uri="http://purl.org/dc/terms/"/>
    <ds:schemaRef ds:uri="http://purl.org/dc/elements/1.1/"/>
    <ds:schemaRef ds:uri="http://schemas.microsoft.com/office/2006/documentManagement/types"/>
    <ds:schemaRef ds:uri="http://schemas.microsoft.com/office/infopath/2007/PartnerControls"/>
    <ds:schemaRef ds:uri="ec6dee06-a0de-45c6-9435-6bc5b347b282"/>
    <ds:schemaRef ds:uri="http://schemas.openxmlformats.org/package/2006/metadata/core-properties"/>
    <ds:schemaRef ds:uri="http://www.w3.org/XML/1998/namespace"/>
    <ds:schemaRef ds:uri="313ffd33-2c15-4835-9d72-e3f87d45f64c"/>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68368383-6FE3-4701-AF5C-026AF9DC67D4}">
  <ds:schemaRefs>
    <ds:schemaRef ds:uri="313ffd33-2c15-4835-9d72-e3f87d45f64c"/>
    <ds:schemaRef ds:uri="ec6dee06-a0de-45c6-9435-6bc5b347b2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29374dd-2437-4816-8d63-bf9cc1b578e5}" enabled="1" method="Privileged" siteId="{39b03722-b836-496a-85ec-850f0957ca6b}" removed="0"/>
</clbl:labelList>
</file>

<file path=docProps/app.xml><?xml version="1.0" encoding="utf-8"?>
<Properties xmlns="http://schemas.openxmlformats.org/officeDocument/2006/extended-properties" xmlns:vt="http://schemas.openxmlformats.org/officeDocument/2006/docPropsVTypes">
  <Template>Presentation_Widescreen_GY_BASIC_01-12-21</Template>
  <TotalTime>0</TotalTime>
  <Words>1479</Words>
  <Application>Microsoft Office PowerPoint</Application>
  <PresentationFormat>Custom</PresentationFormat>
  <Paragraphs>207</Paragraphs>
  <Slides>18</Slides>
  <Notes>8</Notes>
  <HiddenSlides>1</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18</vt:i4>
      </vt:variant>
    </vt:vector>
  </HeadingPairs>
  <TitlesOfParts>
    <vt:vector size="32" baseType="lpstr">
      <vt:lpstr>.AppleSystemUIFont</vt:lpstr>
      <vt:lpstr>Arial</vt:lpstr>
      <vt:lpstr>Arial</vt:lpstr>
      <vt:lpstr>Arial,Sans-Serif</vt:lpstr>
      <vt:lpstr>Calibri</vt:lpstr>
      <vt:lpstr>JD Sans Pro Bold</vt:lpstr>
      <vt:lpstr>JD Sans Pro Book</vt:lpstr>
      <vt:lpstr>JD Sans Pro Semibold</vt:lpstr>
      <vt:lpstr>Verdana</vt:lpstr>
      <vt:lpstr>Wingdings</vt:lpstr>
      <vt:lpstr>Wingdings,Sans-Serif</vt:lpstr>
      <vt:lpstr>ヒラギノ角ゴ Pro W3</vt:lpstr>
      <vt:lpstr>John Deere Masterslide</vt:lpstr>
      <vt:lpstr>John Deere Masterslide</vt:lpstr>
      <vt:lpstr>Automatic Grass Catcher Cleanout</vt:lpstr>
      <vt:lpstr>Agenda</vt:lpstr>
      <vt:lpstr>Presenters</vt:lpstr>
      <vt:lpstr>Presenters</vt:lpstr>
      <vt:lpstr>OUR PURPOSE</vt:lpstr>
      <vt:lpstr>OUR BASELINE</vt:lpstr>
      <vt:lpstr>PowerPoint Presentation</vt:lpstr>
      <vt:lpstr>PowerPoint Presentation</vt:lpstr>
      <vt:lpstr>PowerPoint Presentation</vt:lpstr>
      <vt:lpstr>John Deere Turf Care</vt:lpstr>
      <vt:lpstr>John Deere Turf Care</vt:lpstr>
      <vt:lpstr>Machine Power</vt:lpstr>
      <vt:lpstr>Safety &amp; Compliance</vt:lpstr>
      <vt:lpstr>Problem Statement</vt:lpstr>
      <vt:lpstr>Proposal for Improvement</vt:lpstr>
      <vt:lpstr>Evaluation Criteria</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Waitt Taylor A</dc:creator>
  <cp:lastModifiedBy>Keir Jenkins</cp:lastModifiedBy>
  <cp:revision>4</cp:revision>
  <dcterms:created xsi:type="dcterms:W3CDTF">2021-08-25T20:07:38Z</dcterms:created>
  <dcterms:modified xsi:type="dcterms:W3CDTF">2026-09-28T22:50:29Z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0x0101001995C1839A71ED4195C3A478EF39A0DC</vt:lpwstr>
  </property>
  <property fmtid="{D5CDD505-2E9C-101B-9397-08002B2CF9AE}" pid="3" name="MSIP_Label_029374dd-2437-4816-8d63-bf9cc1b578e5_Enabled">
    <vt:lpwstr>true</vt:lpwstr>
  </property>
  <property fmtid="{D5CDD505-2E9C-101B-9397-08002B2CF9AE}" pid="4" name="MSIP_Label_029374dd-2437-4816-8d63-bf9cc1b578e5_Method">
    <vt:lpwstr>Privileged</vt:lpwstr>
  </property>
  <property fmtid="{D5CDD505-2E9C-101B-9397-08002B2CF9AE}" pid="5" name="MSIP_Label_029374dd-2437-4816-8d63-bf9cc1b578e5_ActionId">
    <vt:lpwstr>91423a76-649b-4dd4-b86d-210c4e72df73</vt:lpwstr>
  </property>
  <property fmtid="{D5CDD505-2E9C-101B-9397-08002B2CF9AE}" pid="6" name="MSIP_Label_029374dd-2437-4816-8d63-bf9cc1b578e5_Name">
    <vt:lpwstr>Public</vt:lpwstr>
  </property>
  <property fmtid="{D5CDD505-2E9C-101B-9397-08002B2CF9AE}" pid="7" name="ClassificationContentMarkingFooterText">
    <vt:lpwstr>Public</vt:lpwstr>
  </property>
  <property fmtid="{D5CDD505-2E9C-101B-9397-08002B2CF9AE}" pid="8" name="MSIP_Label_029374dd-2437-4816-8d63-bf9cc1b578e5_ContentBits">
    <vt:lpwstr>2</vt:lpwstr>
  </property>
  <property fmtid="{D5CDD505-2E9C-101B-9397-08002B2CF9AE}" pid="9" name="MSIP_Label_029374dd-2437-4816-8d63-bf9cc1b578e5_SetDate">
    <vt:lpwstr>2022-09-08T12:56:24Z</vt:lpwstr>
  </property>
  <property fmtid="{D5CDD505-2E9C-101B-9397-08002B2CF9AE}" pid="10" name="ClassificationContentMarkingFooterLocations">
    <vt:lpwstr>John Deere Masterslide:3\John Deere Masterslide:3</vt:lpwstr>
  </property>
  <property fmtid="{D5CDD505-2E9C-101B-9397-08002B2CF9AE}" pid="11" name="MSIP_Label_029374dd-2437-4816-8d63-bf9cc1b578e5_SiteId">
    <vt:lpwstr>39b03722-b836-496a-85ec-850f0957ca6b</vt:lpwstr>
  </property>
  <property fmtid="{D5CDD505-2E9C-101B-9397-08002B2CF9AE}" pid="12" name="MediaServiceImageTags">
    <vt:lpwstr/>
  </property>
</Properties>
</file>